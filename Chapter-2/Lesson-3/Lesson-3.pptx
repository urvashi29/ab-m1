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  <p:sldMasterId id="2147483676" r:id="rId2"/>
  </p:sldMasterIdLst>
  <p:notesMasterIdLst>
    <p:notesMasterId r:id="rId8"/>
  </p:notesMasterIdLst>
  <p:sldIdLst>
    <p:sldId id="256" r:id="rId3"/>
    <p:sldId id="257" r:id="rId4"/>
    <p:sldId id="318" r:id="rId5"/>
    <p:sldId id="264" r:id="rId6"/>
    <p:sldId id="263" r:id="rId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2T14:39:56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1060 0 0,'10'1'8579'0'0,"4"-1"-6365"0"0,22 2-2445 0 0,-35-2 417 0 0,28 0 264 0 0,-16 1-314 0 0,0 0-1 0 0,1 0 1 0 0,21 6 0 0 0,-27-5-81 0 0,0-1 1 0 0,0 0-1 0 0,0 0 0 0 0,0-1 0 0 0,-1 0 1 0 0,14-1-1 0 0,4-1 128 0 0,58 2-738 0 0,-82 0-35 0 0,6-8-6386 0 0,-7 8 6899 0 0,1-1-1 0 0,-1 1 1 0 0,0-1 0 0 0,0 1-1 0 0,0 0 1 0 0,0-1-1 0 0,0 1 1 0 0,0-1-1 0 0,0 1 1 0 0,0-1 0 0 0,0 1-1 0 0,0-1 1 0 0,0 1-1 0 0,0-1 1 0 0,0 1 0 0 0,0-1-1 0 0,0 1 1 0 0,0-1-1 0 0,-1 1 1 0 0,1 0 0 0 0,0-1-1 0 0,0 1 1 0 0,0-1-1 0 0,-1 1 1 0 0,1 0 0 0 0,0-1-1 0 0,-1 1 1 0 0,1 0-1 0 0,0-1 1 0 0,-1 1-1 0 0,1 0 1 0 0,0-1 0 0 0,-1 1-1 0 0,1 0 1 0 0,-1 0-1 0 0,1 0 1 0 0,-1-1 0 0 0,1 1-1 0 0,0 0 1 0 0,-1 0-1 0 0,1 0 1 0 0,-1 0 0 0 0,-12-7-937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2T14:40:03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1152 0 0,'0'0'4246'0'0,"0"12"-1669"0"0,-13 45 73 0 0,9-47-2430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6-12T14:34:05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0 944 0 0,'0'3'872'0'0,"1"2"-132"0"0,1-4-148 0 0,-2 2-120 0 0,0-1-12 0 0,0-1 352 0 0,3 4-1536 0 0,0-8-308 0 0,-1 0-64 0 0,-2-3 104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11b9594e4_6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111b9594e4_6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a56a5013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ea56a5013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a56a50138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ea56a50138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132e99b63a_2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132e99b63a_2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mabetter.com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2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2306" y="222950"/>
            <a:ext cx="504900" cy="25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 Slide 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48739" y="353676"/>
            <a:ext cx="2122282" cy="10540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7"/>
          <p:cNvSpPr/>
          <p:nvPr/>
        </p:nvSpPr>
        <p:spPr>
          <a:xfrm>
            <a:off x="324853" y="1407695"/>
            <a:ext cx="6324000" cy="34434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520303" y="1609724"/>
            <a:ext cx="5781900" cy="25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/>
          <p:nvPr/>
        </p:nvSpPr>
        <p:spPr>
          <a:xfrm>
            <a:off x="469770" y="4511842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8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64" y="401521"/>
            <a:ext cx="2692674" cy="276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 02">
  <p:cSld name="Title &amp; Content 0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520303" y="1191026"/>
            <a:ext cx="57819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5400"/>
              <a:buFont typeface="Arial"/>
              <a:buNone/>
              <a:defRPr sz="54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/>
          <p:nvPr/>
        </p:nvSpPr>
        <p:spPr>
          <a:xfrm>
            <a:off x="469770" y="4670659"/>
            <a:ext cx="1919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www.almabetter.com</a:t>
            </a:r>
            <a:endParaRPr sz="1100"/>
          </a:p>
        </p:txBody>
      </p:sp>
      <p:sp>
        <p:nvSpPr>
          <p:cNvPr id="77" name="Google Shape;77;p19"/>
          <p:cNvSpPr txBox="1">
            <a:spLocks noGrp="1"/>
          </p:cNvSpPr>
          <p:nvPr>
            <p:ph type="body" idx="2"/>
          </p:nvPr>
        </p:nvSpPr>
        <p:spPr>
          <a:xfrm>
            <a:off x="520303" y="3290538"/>
            <a:ext cx="5781900" cy="8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78" name="Google Shape;78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85572" y="401522"/>
            <a:ext cx="2692666" cy="276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">
  <p:cSld name="Ab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3030494" y="0"/>
            <a:ext cx="61134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 txBox="1"/>
          <p:nvPr/>
        </p:nvSpPr>
        <p:spPr>
          <a:xfrm>
            <a:off x="454111" y="417040"/>
            <a:ext cx="2205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i="0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sz="1100"/>
          </a:p>
        </p:txBody>
      </p:sp>
      <p:sp>
        <p:nvSpPr>
          <p:cNvPr id="87" name="Google Shape;87;p21"/>
          <p:cNvSpPr txBox="1"/>
          <p:nvPr/>
        </p:nvSpPr>
        <p:spPr>
          <a:xfrm>
            <a:off x="3679224" y="713603"/>
            <a:ext cx="5010600" cy="17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is a learner-centric career growth institute, that provides T.R.U.E. learning to every ambitious growth aspirant, enabling them to acquire the skills of tomorrow and get assured results.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are revolutionising the way skills, experiences, and learning outcomes are delivered online. Join the largest tech community and fast forward your career with AlmaBetter.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>
            <a:spLocks noGrp="1"/>
          </p:cNvSpPr>
          <p:nvPr>
            <p:ph type="body" idx="1"/>
          </p:nvPr>
        </p:nvSpPr>
        <p:spPr>
          <a:xfrm>
            <a:off x="375386" y="36806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0" name="Google Shape;9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5895" y="4748764"/>
            <a:ext cx="570095" cy="1973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7673700" cy="2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">
  <p:cSld name="Number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65539" y="4743467"/>
            <a:ext cx="570452" cy="197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385" y="4800896"/>
            <a:ext cx="830146" cy="13991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3"/>
          <p:cNvSpPr txBox="1">
            <a:spLocks noGrp="1"/>
          </p:cNvSpPr>
          <p:nvPr>
            <p:ph type="body" idx="1"/>
          </p:nvPr>
        </p:nvSpPr>
        <p:spPr>
          <a:xfrm>
            <a:off x="924025" y="1651285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2"/>
          </p:nvPr>
        </p:nvSpPr>
        <p:spPr>
          <a:xfrm>
            <a:off x="3492767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3"/>
          </p:nvPr>
        </p:nvSpPr>
        <p:spPr>
          <a:xfrm>
            <a:off x="6061509" y="1651284"/>
            <a:ext cx="2158500" cy="11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7200"/>
              <a:buFont typeface="Arial"/>
              <a:buNone/>
              <a:defRPr sz="72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4"/>
          </p:nvPr>
        </p:nvSpPr>
        <p:spPr>
          <a:xfrm>
            <a:off x="924026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5"/>
          </p:nvPr>
        </p:nvSpPr>
        <p:spPr>
          <a:xfrm>
            <a:off x="3492767" y="3017063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6"/>
          </p:nvPr>
        </p:nvSpPr>
        <p:spPr>
          <a:xfrm>
            <a:off x="6061509" y="2999846"/>
            <a:ext cx="21585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Numbers">
  <p:cSld name="Content &amp; Number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5262614" y="369871"/>
            <a:ext cx="2894700" cy="15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9000"/>
              <a:buFont typeface="Arial"/>
              <a:buNone/>
              <a:defRPr sz="90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5262614" y="2142545"/>
            <a:ext cx="2894700" cy="7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4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Image">
  <p:cSld name="Content with Imag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body" idx="1"/>
          </p:nvPr>
        </p:nvSpPr>
        <p:spPr>
          <a:xfrm>
            <a:off x="375385" y="368066"/>
            <a:ext cx="36312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0037"/>
              </a:buClr>
              <a:buSzPts val="4100"/>
              <a:buFont typeface="Arial"/>
              <a:buNone/>
              <a:defRPr sz="4100" b="1" i="0" u="none" strike="noStrike" cap="none">
                <a:solidFill>
                  <a:srgbClr val="F00037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2"/>
          </p:nvPr>
        </p:nvSpPr>
        <p:spPr>
          <a:xfrm>
            <a:off x="375385" y="1606587"/>
            <a:ext cx="3631200" cy="27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13" name="Google Shape;11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386" y="4793310"/>
            <a:ext cx="830144" cy="13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>
            <a:spLocks noGrp="1"/>
          </p:cNvSpPr>
          <p:nvPr>
            <p:ph type="pic" idx="3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er">
  <p:cSld name="Breaker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1"/>
          </p:nvPr>
        </p:nvSpPr>
        <p:spPr>
          <a:xfrm>
            <a:off x="1540042" y="1913898"/>
            <a:ext cx="60639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26752" y="4314287"/>
            <a:ext cx="3658701" cy="37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7"/>
          <p:cNvSpPr txBox="1"/>
          <p:nvPr/>
        </p:nvSpPr>
        <p:spPr>
          <a:xfrm>
            <a:off x="658544" y="3865409"/>
            <a:ext cx="2659500" cy="10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AlmaBetter Edutech Pvt. Ltd.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4th Floor, 133/2, Janardhan Towers,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Residency Road, Bengaluru 560025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www.almabetter.com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+91-9513166012 / +91-9513164998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545348" y="480693"/>
            <a:ext cx="5098500" cy="11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you.</a:t>
            </a:r>
            <a:endParaRPr sz="1100"/>
          </a:p>
        </p:txBody>
      </p:sp>
      <p:sp>
        <p:nvSpPr>
          <p:cNvPr id="123" name="Google Shape;123;p27"/>
          <p:cNvSpPr/>
          <p:nvPr/>
        </p:nvSpPr>
        <p:spPr>
          <a:xfrm>
            <a:off x="658544" y="1586872"/>
            <a:ext cx="2659500" cy="108000"/>
          </a:xfrm>
          <a:prstGeom prst="rect">
            <a:avLst/>
          </a:prstGeom>
          <a:solidFill>
            <a:srgbClr val="F00037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25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8602975" y="66525"/>
            <a:ext cx="348619" cy="35795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6" Type="http://schemas.openxmlformats.org/officeDocument/2006/relationships/customXml" Target="../ink/ink2.xml"/><Relationship Id="rId5" Type="http://schemas.openxmlformats.org/officeDocument/2006/relationships/image" Target="../media/image10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4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/>
        </p:nvSpPr>
        <p:spPr>
          <a:xfrm>
            <a:off x="446900" y="11882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Welcome to </a:t>
            </a:r>
            <a:endParaRPr sz="4800" b="1">
              <a:solidFill>
                <a:srgbClr val="FFFFFF"/>
              </a:solidFill>
            </a:endParaRPr>
          </a:p>
        </p:txBody>
      </p:sp>
      <p:sp>
        <p:nvSpPr>
          <p:cNvPr id="131" name="Google Shape;131;p30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516975" y="3653925"/>
            <a:ext cx="65454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New age upskilling platform for high growth careers</a:t>
            </a:r>
            <a:endParaRPr sz="1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525775" y="2037800"/>
            <a:ext cx="3759027" cy="73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0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2;p30">
            <a:extLst>
              <a:ext uri="{FF2B5EF4-FFF2-40B4-BE49-F238E27FC236}">
                <a16:creationId xmlns:a16="http://schemas.microsoft.com/office/drawing/2014/main" id="{45A30687-11AF-2562-A0DA-DD59DE3F92F6}"/>
              </a:ext>
            </a:extLst>
          </p:cNvPr>
          <p:cNvSpPr txBox="1"/>
          <p:nvPr/>
        </p:nvSpPr>
        <p:spPr>
          <a:xfrm>
            <a:off x="6509842" y="4201830"/>
            <a:ext cx="2109372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By </a:t>
            </a:r>
            <a:r>
              <a:rPr lang="en-GB" sz="1700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Urvshi</a:t>
            </a:r>
            <a:r>
              <a:rPr lang="en-GB" sz="17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Singla</a:t>
            </a:r>
            <a:endParaRPr sz="17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>
            <a:spLocks noGrp="1"/>
          </p:cNvSpPr>
          <p:nvPr>
            <p:ph type="body" idx="1"/>
          </p:nvPr>
        </p:nvSpPr>
        <p:spPr>
          <a:xfrm>
            <a:off x="735160" y="129516"/>
            <a:ext cx="7673700" cy="9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77800" lvl="0" indent="-177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</a:pPr>
            <a:r>
              <a:rPr lang="en-GB" sz="3600"/>
              <a:t>Session Agenda</a:t>
            </a:r>
            <a:endParaRPr sz="3600">
              <a:solidFill>
                <a:srgbClr val="F00037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735150" y="1339275"/>
            <a:ext cx="5555400" cy="1084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5FDFF"/>
              </a:buClr>
              <a:buSzPts val="1500"/>
              <a:buFont typeface="Montserrat"/>
              <a:buChar char="●"/>
            </a:pPr>
            <a:r>
              <a:rPr lang="en-GB" sz="1500" b="1" dirty="0">
                <a:solidFill>
                  <a:srgbClr val="F5FDFF"/>
                </a:solidFill>
                <a:latin typeface="Montserrat"/>
                <a:ea typeface="Montserrat"/>
                <a:cs typeface="Montserrat"/>
                <a:sym typeface="Montserrat"/>
              </a:rPr>
              <a:t>Form </a:t>
            </a:r>
            <a:r>
              <a:rPr lang="en-GB" sz="1500" b="1" dirty="0" err="1">
                <a:solidFill>
                  <a:srgbClr val="F5FDFF"/>
                </a:solidFill>
                <a:latin typeface="Montserrat"/>
                <a:ea typeface="Montserrat"/>
                <a:cs typeface="Montserrat"/>
                <a:sym typeface="Montserrat"/>
              </a:rPr>
              <a:t>Elememts</a:t>
            </a:r>
            <a:br>
              <a:rPr lang="en-GB" sz="1500" b="1" dirty="0">
                <a:solidFill>
                  <a:srgbClr val="F5FD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-GB" sz="1200" b="1" dirty="0">
                <a:solidFill>
                  <a:srgbClr val="F5FD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200" b="1" dirty="0">
              <a:solidFill>
                <a:srgbClr val="F5FD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1" name="Google Shape;141;p31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7643452" y="212375"/>
            <a:ext cx="1285376" cy="253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D59E70-6E0F-6F3F-F8BA-7F2AA9E75F02}"/>
                  </a:ext>
                </a:extLst>
              </p14:cNvPr>
              <p14:cNvContentPartPr/>
              <p14:nvPr/>
            </p14:nvContentPartPr>
            <p14:xfrm>
              <a:off x="3586140" y="2743500"/>
              <a:ext cx="126720" cy="12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D59E70-6E0F-6F3F-F8BA-7F2AA9E75F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77500" y="2734500"/>
                <a:ext cx="14436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9C8C545-AD10-6BDA-E075-0115C67FA02B}"/>
                  </a:ext>
                </a:extLst>
              </p14:cNvPr>
              <p14:cNvContentPartPr/>
              <p14:nvPr/>
            </p14:nvContentPartPr>
            <p14:xfrm>
              <a:off x="3582180" y="2135100"/>
              <a:ext cx="6120" cy="28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9C8C545-AD10-6BDA-E075-0115C67FA02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73180" y="2126460"/>
                <a:ext cx="23760" cy="46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-9815" y="0"/>
            <a:ext cx="1163811" cy="116381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>
            <a:alphaModFix amt="6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 flipH="1">
            <a:off x="8072956" y="4072456"/>
            <a:ext cx="1071044" cy="107104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8751721" y="0"/>
            <a:ext cx="392279" cy="914768"/>
            <a:chOff x="0" y="0"/>
            <a:chExt cx="286209" cy="667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6209" cy="667419"/>
            </a:xfrm>
            <a:custGeom>
              <a:avLst/>
              <a:gdLst/>
              <a:ahLst/>
              <a:cxnLst/>
              <a:rect l="l" t="t" r="r" b="b"/>
              <a:pathLst>
                <a:path w="286209" h="667419">
                  <a:moveTo>
                    <a:pt x="0" y="0"/>
                  </a:moveTo>
                  <a:lnTo>
                    <a:pt x="286209" y="0"/>
                  </a:lnTo>
                  <a:lnTo>
                    <a:pt x="286209" y="667419"/>
                  </a:lnTo>
                  <a:lnTo>
                    <a:pt x="0" y="667419"/>
                  </a:lnTo>
                  <a:close/>
                </a:path>
              </a:pathLst>
            </a:custGeom>
            <a:solidFill>
              <a:srgbClr val="FF9D8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51721" y="4454699"/>
            <a:ext cx="392279" cy="1377603"/>
            <a:chOff x="0" y="0"/>
            <a:chExt cx="286209" cy="10051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6209" cy="1005107"/>
            </a:xfrm>
            <a:custGeom>
              <a:avLst/>
              <a:gdLst/>
              <a:ahLst/>
              <a:cxnLst/>
              <a:rect l="l" t="t" r="r" b="b"/>
              <a:pathLst>
                <a:path w="286209" h="1005107">
                  <a:moveTo>
                    <a:pt x="0" y="0"/>
                  </a:moveTo>
                  <a:lnTo>
                    <a:pt x="286209" y="0"/>
                  </a:lnTo>
                  <a:lnTo>
                    <a:pt x="286209" y="1005107"/>
                  </a:lnTo>
                  <a:lnTo>
                    <a:pt x="0" y="1005107"/>
                  </a:lnTo>
                  <a:close/>
                </a:path>
              </a:pathLst>
            </a:custGeom>
            <a:solidFill>
              <a:srgbClr val="FFEAE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0" y="4247304"/>
            <a:ext cx="897632" cy="89619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-10533" y="0"/>
            <a:ext cx="897632" cy="896196"/>
            <a:chOff x="0" y="0"/>
            <a:chExt cx="6350000" cy="6339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E6F0FF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14350" y="681560"/>
            <a:ext cx="3070438" cy="272859"/>
            <a:chOff x="0" y="0"/>
            <a:chExt cx="1876837" cy="1667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76837" cy="166788"/>
            </a:xfrm>
            <a:custGeom>
              <a:avLst/>
              <a:gdLst/>
              <a:ahLst/>
              <a:cxnLst/>
              <a:rect l="l" t="t" r="r" b="b"/>
              <a:pathLst>
                <a:path w="1876837" h="166788">
                  <a:moveTo>
                    <a:pt x="0" y="0"/>
                  </a:moveTo>
                  <a:lnTo>
                    <a:pt x="1876837" y="0"/>
                  </a:lnTo>
                  <a:lnTo>
                    <a:pt x="1876837" y="166788"/>
                  </a:lnTo>
                  <a:lnTo>
                    <a:pt x="0" y="166788"/>
                  </a:lnTo>
                  <a:close/>
                </a:path>
              </a:pathLst>
            </a:custGeom>
            <a:solidFill>
              <a:srgbClr val="FFCFCF"/>
            </a:solidFill>
          </p:spPr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50BC980-DCB5-2482-6BF6-534500990216}"/>
              </a:ext>
            </a:extLst>
          </p:cNvPr>
          <p:cNvSpPr txBox="1"/>
          <p:nvPr/>
        </p:nvSpPr>
        <p:spPr>
          <a:xfrm>
            <a:off x="448816" y="610240"/>
            <a:ext cx="492252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Forms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839142-3DC1-ADA1-46CA-049E6C3FCE52}"/>
              </a:ext>
            </a:extLst>
          </p:cNvPr>
          <p:cNvSpPr txBox="1"/>
          <p:nvPr/>
        </p:nvSpPr>
        <p:spPr>
          <a:xfrm>
            <a:off x="514350" y="965849"/>
            <a:ext cx="8290477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Forms is used to collect user input.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Form Elements: label input, select, option, </a:t>
            </a:r>
            <a:r>
              <a:rPr lang="en-US" sz="1800" dirty="0" err="1"/>
              <a:t>textarea</a:t>
            </a:r>
            <a:r>
              <a:rPr lang="en-US" sz="1800" dirty="0"/>
              <a:t>, button, </a:t>
            </a:r>
            <a:r>
              <a:rPr lang="en-US" sz="1800" dirty="0" err="1"/>
              <a:t>fieldset</a:t>
            </a:r>
            <a:r>
              <a:rPr lang="en-US" sz="1800" dirty="0"/>
              <a:t>, legend.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Form Attributes: method, target, action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b="1" dirty="0" err="1"/>
              <a:t>Iframe</a:t>
            </a:r>
            <a:endParaRPr lang="en-US" sz="1800" b="1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FF71AE0-6956-14C5-6AEE-AC8DCBFF702B}"/>
                  </a:ext>
                </a:extLst>
              </p14:cNvPr>
              <p14:cNvContentPartPr/>
              <p14:nvPr/>
            </p14:nvContentPartPr>
            <p14:xfrm>
              <a:off x="774540" y="3265320"/>
              <a:ext cx="4320" cy="7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FF71AE0-6956-14C5-6AEE-AC8DCBFF70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900" y="3256320"/>
                <a:ext cx="21960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7763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Q &amp; </a:t>
            </a:r>
            <a:r>
              <a:rPr lang="en-GB" sz="4800" b="1">
                <a:solidFill>
                  <a:srgbClr val="F00037"/>
                </a:solidFill>
              </a:rPr>
              <a:t>A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206" name="Google Shape;206;p38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/>
        </p:nvSpPr>
        <p:spPr>
          <a:xfrm>
            <a:off x="446900" y="1775700"/>
            <a:ext cx="43812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 b="1">
                <a:solidFill>
                  <a:srgbClr val="FFFFFF"/>
                </a:solidFill>
              </a:rPr>
              <a:t>Thank </a:t>
            </a:r>
            <a:r>
              <a:rPr lang="en-GB" sz="4800" b="1">
                <a:solidFill>
                  <a:srgbClr val="F00037"/>
                </a:solidFill>
              </a:rPr>
              <a:t>You</a:t>
            </a:r>
            <a:endParaRPr sz="4800" b="1">
              <a:solidFill>
                <a:srgbClr val="F00037"/>
              </a:solidFill>
            </a:endParaRPr>
          </a:p>
        </p:txBody>
      </p:sp>
      <p:sp>
        <p:nvSpPr>
          <p:cNvPr id="199" name="Google Shape;199;p37"/>
          <p:cNvSpPr/>
          <p:nvPr/>
        </p:nvSpPr>
        <p:spPr>
          <a:xfrm>
            <a:off x="8487975" y="52575"/>
            <a:ext cx="546000" cy="41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7"/>
          <p:cNvPicPr preferRelativeResize="0"/>
          <p:nvPr/>
        </p:nvPicPr>
        <p:blipFill rotWithShape="1">
          <a:blip r:embed="rId3">
            <a:alphaModFix/>
          </a:blip>
          <a:srcRect l="7791" t="27051" r="8061" b="27898"/>
          <a:stretch/>
        </p:blipFill>
        <p:spPr>
          <a:xfrm>
            <a:off x="6831545" y="4355125"/>
            <a:ext cx="2097280" cy="4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CC0000"/>
      </a:dk1>
      <a:lt1>
        <a:srgbClr val="134F5C"/>
      </a:lt1>
      <a:dk2>
        <a:srgbClr val="F5FDFF"/>
      </a:dk2>
      <a:lt2>
        <a:srgbClr val="FFF1F1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60</Words>
  <Application>Microsoft Office PowerPoint</Application>
  <PresentationFormat>On-screen Show (16:9)</PresentationFormat>
  <Paragraphs>14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Montserrat</vt:lpstr>
      <vt:lpstr>Arial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urvashi singla</cp:lastModifiedBy>
  <cp:revision>79</cp:revision>
  <dcterms:modified xsi:type="dcterms:W3CDTF">2026-04-09T15:29:04Z</dcterms:modified>
</cp:coreProperties>
</file>