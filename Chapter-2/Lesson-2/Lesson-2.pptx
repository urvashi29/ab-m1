
<file path=[Content_Types].xml><?xml version="1.0" encoding="utf-8"?>
<Types xmlns="http://schemas.openxmlformats.org/package/2006/content-types">
  <Default Extension="fntdata" ContentType="application/x-fontdata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ink/ink1.xml" ContentType="application/inkml+xml"/>
  <Override PartName="/ppt/ink/ink2.xml" ContentType="application/inkml+xml"/>
  <Override PartName="/ppt/ink/ink3.xml" ContentType="application/inkml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75" r:id="rId1"/>
    <p:sldMasterId id="2147483676" r:id="rId2"/>
  </p:sldMasterIdLst>
  <p:notesMasterIdLst>
    <p:notesMasterId r:id="rId11"/>
  </p:notesMasterIdLst>
  <p:sldIdLst>
    <p:sldId id="256" r:id="rId3"/>
    <p:sldId id="257" r:id="rId4"/>
    <p:sldId id="315" r:id="rId5"/>
    <p:sldId id="316" r:id="rId6"/>
    <p:sldId id="317" r:id="rId7"/>
    <p:sldId id="318" r:id="rId8"/>
    <p:sldId id="264" r:id="rId9"/>
    <p:sldId id="263" r:id="rId10"/>
  </p:sldIdLst>
  <p:sldSz cx="9144000" cy="5143500" type="screen16x9"/>
  <p:notesSz cx="6858000" cy="9144000"/>
  <p:embeddedFontLst>
    <p:embeddedFont>
      <p:font typeface="Montserrat" panose="00000500000000000000" pitchFamily="2" charset="0"/>
      <p:regular r:id="rId12"/>
      <p:bold r:id="rId13"/>
      <p:italic r:id="rId14"/>
      <p:boldItalic r:id="rId15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162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152" autoAdjust="0"/>
    <p:restoredTop sz="94660"/>
  </p:normalViewPr>
  <p:slideViewPr>
    <p:cSldViewPr snapToGrid="0">
      <p:cViewPr varScale="1">
        <p:scale>
          <a:sx n="84" d="100"/>
          <a:sy n="84" d="100"/>
        </p:scale>
        <p:origin x="796" y="40"/>
      </p:cViewPr>
      <p:guideLst>
        <p:guide orient="horz" pos="162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6.xml"/><Relationship Id="rId13" Type="http://schemas.openxmlformats.org/officeDocument/2006/relationships/font" Target="fonts/font2.fntdata"/><Relationship Id="rId18" Type="http://schemas.openxmlformats.org/officeDocument/2006/relationships/theme" Target="theme/theme1.xml"/><Relationship Id="rId3" Type="http://schemas.openxmlformats.org/officeDocument/2006/relationships/slide" Target="slides/slide1.xml"/><Relationship Id="rId7" Type="http://schemas.openxmlformats.org/officeDocument/2006/relationships/slide" Target="slides/slide5.xml"/><Relationship Id="rId12" Type="http://schemas.openxmlformats.org/officeDocument/2006/relationships/font" Target="fonts/font1.fntdata"/><Relationship Id="rId17" Type="http://schemas.openxmlformats.org/officeDocument/2006/relationships/viewProps" Target="viewProps.xml"/><Relationship Id="rId2" Type="http://schemas.openxmlformats.org/officeDocument/2006/relationships/slideMaster" Target="slideMasters/slideMaster2.xml"/><Relationship Id="rId16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1" Type="http://schemas.openxmlformats.org/officeDocument/2006/relationships/notesMaster" Target="notesMasters/notesMaster1.xml"/><Relationship Id="rId5" Type="http://schemas.openxmlformats.org/officeDocument/2006/relationships/slide" Target="slides/slide3.xml"/><Relationship Id="rId15" Type="http://schemas.openxmlformats.org/officeDocument/2006/relationships/font" Target="fonts/font4.fntdata"/><Relationship Id="rId10" Type="http://schemas.openxmlformats.org/officeDocument/2006/relationships/slide" Target="slides/slide8.xml"/><Relationship Id="rId19" Type="http://schemas.openxmlformats.org/officeDocument/2006/relationships/tableStyles" Target="tableStyles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4" Type="http://schemas.openxmlformats.org/officeDocument/2006/relationships/font" Target="fonts/font3.fntdata"/></Relationships>
</file>

<file path=ppt/ink/ink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6-10T15:32:40.57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77 1120 0 0,'0'0'2973'0'0,"27"-19"-1301"0"0,-7 8-3227 0 0,31-25 0 0 0,-36 25 372 0 0</inkml:trace>
</inkml:ink>
</file>

<file path=ppt/ink/ink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6-10T15:32:41.32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107 48 2048 0 0,'-3'1'348'0'0,"0"-1"0"0"0,1 1-1 0 0,-1-1 1 0 0,0 0 0 0 0,0 1 0 0 0,1-1-1 0 0,-1 0 1 0 0,0-1 0 0 0,0 1 0 0 0,1-1-1 0 0,-1 1 1 0 0,0-1 0 0 0,1 0 0 0 0,-1 0-1 0 0,-2-1 1 0 0,-1-1 218 0 0,0 0 1 0 0,0-1-1 0 0,1 1 1 0 0,0-2-1 0 0,-8-6 0 0 0,-6-3-937 0 0</inkml:trace>
</inkml:ink>
</file>

<file path=ppt/ink/ink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6-10T15:54:05.96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235 1 1672 0 0,'-63'50'4500'0'0,"62"-49"-4213"0"0,0 0 1 0 0,-1 0-1 0 0,1-1 0 0 0,-1 1 1 0 0,0 0-1 0 0,1-1 0 0 0,-1 0 1 0 0,1 1-1 0 0,-1-1 0 0 0,-2 1 1 0 0,-35-2-2944 0 0,23 0 127 0 0,12 1 2349 0 0,-1 0-1 0 0,0 0 0 0 0,1 1 1 0 0,-1 0-1 0 0,1 0 0 0 0,-1 0 0 0 0,1 0 1 0 0,-7 3-1 0 0,-3 2-172 0 0,-22 6-560 0 0</inkml:trace>
</inkml:ink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381309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7" name="Google Shape;127;g2111b9594e4_6_8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8" name="Google Shape;128;g2111b9594e4_6_8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6" name="Google Shape;136;g2ea56a50138_0_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37" name="Google Shape;137;g2ea56a50138_0_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2" name="Google Shape;202;g2ea56a50138_0_6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03" name="Google Shape;203;g2ea56a50138_0_6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5" name="Google Shape;195;g2132e99b63a_2_26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96" name="Google Shape;196;g2132e99b63a_2_26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4.xml.rels><?xml version="1.0" encoding="UTF-8" standalone="yes"?>
<Relationships xmlns="http://schemas.openxmlformats.org/package/2006/relationships"><Relationship Id="rId3" Type="http://schemas.openxmlformats.org/officeDocument/2006/relationships/hyperlink" Target="http://www.almabetter.com/" TargetMode="External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2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Google Shape;11;p2"/>
          <p:cNvSpPr txBox="1">
            <a:spLocks noGrp="1"/>
          </p:cNvSpPr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>
            <a:endParaRPr/>
          </a:p>
        </p:txBody>
      </p:sp>
      <p:sp>
        <p:nvSpPr>
          <p:cNvPr id="12" name="Google Shape;12;p2"/>
          <p:cNvSpPr txBox="1">
            <a:spLocks noGrp="1"/>
          </p:cNvSpPr>
          <p:nvPr>
            <p:ph type="subTitle" idx="1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>
            <a:endParaRPr/>
          </a:p>
        </p:txBody>
      </p:sp>
      <p:sp>
        <p:nvSpPr>
          <p:cNvPr id="13" name="Google Shape;13;p2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Google Shape;15;p3"/>
          <p:cNvSpPr txBox="1">
            <a:spLocks noGrp="1"/>
          </p:cNvSpPr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>
            <a:endParaRPr/>
          </a:p>
        </p:txBody>
      </p:sp>
      <p:sp>
        <p:nvSpPr>
          <p:cNvPr id="16" name="Google Shape;16;p3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" type="tx">
  <p:cSld name="TITLE_AND_BODY">
    <p:spTree>
      <p:nvGrpSpPr>
        <p:cNvPr id="1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Google Shape;18;p4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19" name="Google Shape;19;p4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429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>
              <a:spcBef>
                <a:spcPts val="1600"/>
              </a:spcBef>
              <a:spcAft>
                <a:spcPts val="160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20" name="Google Shape;20;p4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wo columns" type="twoColTx">
  <p:cSld name="TITLE_AND_TWO_COLUMNS">
    <p:spTree>
      <p:nvGrpSpPr>
        <p:cNvPr id="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5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23" name="Google Shape;23;p5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1600"/>
              </a:spcBef>
              <a:spcAft>
                <a:spcPts val="160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24" name="Google Shape;24;p5"/>
          <p:cNvSpPr txBox="1">
            <a:spLocks noGrp="1"/>
          </p:cNvSpPr>
          <p:nvPr>
            <p:ph type="body" idx="2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1600"/>
              </a:spcBef>
              <a:spcAft>
                <a:spcPts val="160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25" name="Google Shape;25;p5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Google Shape;27;p6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28" name="Google Shape;28;p6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One column text">
  <p:cSld name="ONE_COLUMN_TEXT">
    <p:spTree>
      <p:nvGrpSpPr>
        <p:cNvPr id="1" name="Shape 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Google Shape;30;p7"/>
          <p:cNvSpPr txBox="1">
            <a:spLocks noGrp="1"/>
          </p:cNvSpPr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>
            <a:endParaRPr/>
          </a:p>
        </p:txBody>
      </p:sp>
      <p:sp>
        <p:nvSpPr>
          <p:cNvPr id="31" name="Google Shape;31;p7"/>
          <p:cNvSpPr txBox="1">
            <a:spLocks noGrp="1"/>
          </p:cNvSpPr>
          <p:nvPr>
            <p:ph type="body" idx="1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marL="914400" lvl="1" indent="-3048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1600"/>
              </a:spcBef>
              <a:spcAft>
                <a:spcPts val="160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32" name="Google Shape;32;p7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Main point">
  <p:cSld name="MAIN_POINT">
    <p:spTree>
      <p:nvGrpSpPr>
        <p:cNvPr id="1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8"/>
          <p:cNvSpPr txBox="1">
            <a:spLocks noGrp="1"/>
          </p:cNvSpPr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>
            <a:endParaRPr/>
          </a:p>
        </p:txBody>
      </p:sp>
      <p:sp>
        <p:nvSpPr>
          <p:cNvPr id="35" name="Google Shape;35;p8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title and description">
  <p:cSld name="SECTION_TITLE_AND_DESCRIPTION">
    <p:spTree>
      <p:nvGrpSpPr>
        <p:cNvPr id="1" name="Shape 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Google Shape;37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8" name="Google Shape;38;p9"/>
          <p:cNvSpPr txBox="1">
            <a:spLocks noGrp="1"/>
          </p:cNvSpPr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>
            <a:endParaRPr/>
          </a:p>
        </p:txBody>
      </p:sp>
      <p:sp>
        <p:nvSpPr>
          <p:cNvPr id="39" name="Google Shape;39;p9"/>
          <p:cNvSpPr txBox="1">
            <a:spLocks noGrp="1"/>
          </p:cNvSpPr>
          <p:nvPr>
            <p:ph type="subTitle" idx="1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>
            <a:endParaRPr/>
          </a:p>
        </p:txBody>
      </p:sp>
      <p:sp>
        <p:nvSpPr>
          <p:cNvPr id="40" name="Google Shape;40;p9"/>
          <p:cNvSpPr txBox="1">
            <a:spLocks noGrp="1"/>
          </p:cNvSpPr>
          <p:nvPr>
            <p:ph type="body" idx="2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marL="457200" lvl="0" indent="-3429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>
              <a:spcBef>
                <a:spcPts val="1600"/>
              </a:spcBef>
              <a:spcAft>
                <a:spcPts val="160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41" name="Google Shape;41;p9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aption">
  <p:cSld name="CAPTION_ONLY">
    <p:spTree>
      <p:nvGrpSpPr>
        <p:cNvPr id="1" name="Shape 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" name="Google Shape;43;p10"/>
          <p:cNvSpPr txBox="1">
            <a:spLocks noGrp="1"/>
          </p:cNvSpPr>
          <p:nvPr>
            <p:ph type="body" idx="1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marL="457200" lvl="0" indent="-228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>
            <a:endParaRPr/>
          </a:p>
        </p:txBody>
      </p:sp>
      <p:sp>
        <p:nvSpPr>
          <p:cNvPr id="44" name="Google Shape;44;p10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ig number">
  <p:cSld name="BIG_NUMBER">
    <p:spTree>
      <p:nvGrpSpPr>
        <p:cNvPr id="1" name="Shape 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Google Shape;46;p11"/>
          <p:cNvSpPr txBox="1">
            <a:spLocks noGrp="1"/>
          </p:cNvSpPr>
          <p:nvPr>
            <p:ph type="title" hasCustomPrompt="1"/>
          </p:nvPr>
        </p:nvSpPr>
        <p:spPr>
          <a:xfrm>
            <a:off x="311700" y="1106125"/>
            <a:ext cx="8520600" cy="19638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7" name="Google Shape;47;p11"/>
          <p:cNvSpPr txBox="1">
            <a:spLocks noGrp="1"/>
          </p:cNvSpPr>
          <p:nvPr>
            <p:ph type="body" idx="1"/>
          </p:nvPr>
        </p:nvSpPr>
        <p:spPr>
          <a:xfrm>
            <a:off x="311700" y="3152225"/>
            <a:ext cx="8520600" cy="1300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429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 algn="ctr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 algn="ctr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 algn="ctr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 algn="ctr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 algn="ctr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 algn="ctr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 algn="ctr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 algn="ctr">
              <a:spcBef>
                <a:spcPts val="1600"/>
              </a:spcBef>
              <a:spcAft>
                <a:spcPts val="160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48" name="Google Shape;48;p11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12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 1">
  <p:cSld name="TITLE_AND_BODY_1">
    <p:spTree>
      <p:nvGrpSpPr>
        <p:cNvPr id="1" name="Shape 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" name="Google Shape;52;p13"/>
          <p:cNvSpPr/>
          <p:nvPr/>
        </p:nvSpPr>
        <p:spPr>
          <a:xfrm>
            <a:off x="-2306" y="222950"/>
            <a:ext cx="504900" cy="2571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 2">
  <p:cSld name="TITLE_AND_BODY_2">
    <p:spTree>
      <p:nvGrpSpPr>
        <p:cNvPr id="1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14"/>
          <p:cNvSpPr/>
          <p:nvPr/>
        </p:nvSpPr>
        <p:spPr>
          <a:xfrm>
            <a:off x="-2306" y="222950"/>
            <a:ext cx="504900" cy="2571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Content">
  <p:cSld name="Title and Content">
    <p:spTree>
      <p:nvGrpSpPr>
        <p:cNvPr id="1" name="Shape 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" name="Google Shape;56;p15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1E1E1E"/>
          </a:solidFill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4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7" name="Google Shape;57;p15"/>
          <p:cNvSpPr txBox="1">
            <a:spLocks noGrp="1"/>
          </p:cNvSpPr>
          <p:nvPr>
            <p:ph type="body" idx="1"/>
          </p:nvPr>
        </p:nvSpPr>
        <p:spPr>
          <a:xfrm>
            <a:off x="520303" y="1191026"/>
            <a:ext cx="5781900" cy="1949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Autofit/>
          </a:bodyPr>
          <a:lstStyle>
            <a:lvl1pPr marL="457200" marR="0" lvl="0" indent="-228600" algn="l" rtl="0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5400"/>
              <a:buFont typeface="Arial"/>
              <a:buNone/>
              <a:defRPr sz="5400" b="1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342900" algn="l" rtl="0">
              <a:lnSpc>
                <a:spcPct val="9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23850" algn="l" rtl="0">
              <a:lnSpc>
                <a:spcPct val="9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sz="15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17500" algn="l" rtl="0">
              <a:lnSpc>
                <a:spcPct val="9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17500" algn="l" rtl="0">
              <a:lnSpc>
                <a:spcPct val="9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17500" algn="l" rtl="0">
              <a:lnSpc>
                <a:spcPct val="9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17500" algn="l" rtl="0">
              <a:lnSpc>
                <a:spcPct val="9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17500" algn="l" rtl="0">
              <a:lnSpc>
                <a:spcPct val="9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17500" algn="l" rtl="0">
              <a:lnSpc>
                <a:spcPct val="90000"/>
              </a:lnSpc>
              <a:spcBef>
                <a:spcPts val="1600"/>
              </a:spcBef>
              <a:spcAft>
                <a:spcPts val="160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58" name="Google Shape;58;p15"/>
          <p:cNvSpPr txBox="1"/>
          <p:nvPr/>
        </p:nvSpPr>
        <p:spPr>
          <a:xfrm>
            <a:off x="469770" y="4670659"/>
            <a:ext cx="1919700" cy="207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9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www.almabetter.com</a:t>
            </a:r>
            <a:endParaRPr sz="1100"/>
          </a:p>
        </p:txBody>
      </p:sp>
      <p:sp>
        <p:nvSpPr>
          <p:cNvPr id="59" name="Google Shape;59;p15"/>
          <p:cNvSpPr txBox="1">
            <a:spLocks noGrp="1"/>
          </p:cNvSpPr>
          <p:nvPr>
            <p:ph type="body" idx="2"/>
          </p:nvPr>
        </p:nvSpPr>
        <p:spPr>
          <a:xfrm>
            <a:off x="520303" y="3290538"/>
            <a:ext cx="5781900" cy="867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Autofit/>
          </a:bodyPr>
          <a:lstStyle>
            <a:lvl1pPr marL="457200" marR="0" lvl="0" indent="-228600" algn="l" rtl="0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Arial"/>
              <a:buNone/>
              <a:defRPr sz="24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342900" algn="l" rtl="0">
              <a:lnSpc>
                <a:spcPct val="9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23850" algn="l" rtl="0">
              <a:lnSpc>
                <a:spcPct val="9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sz="15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17500" algn="l" rtl="0">
              <a:lnSpc>
                <a:spcPct val="9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17500" algn="l" rtl="0">
              <a:lnSpc>
                <a:spcPct val="9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17500" algn="l" rtl="0">
              <a:lnSpc>
                <a:spcPct val="9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17500" algn="l" rtl="0">
              <a:lnSpc>
                <a:spcPct val="9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17500" algn="l" rtl="0">
              <a:lnSpc>
                <a:spcPct val="9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17500" algn="l" rtl="0">
              <a:lnSpc>
                <a:spcPct val="90000"/>
              </a:lnSpc>
              <a:spcBef>
                <a:spcPts val="1600"/>
              </a:spcBef>
              <a:spcAft>
                <a:spcPts val="160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pic>
        <p:nvPicPr>
          <p:cNvPr id="60" name="Google Shape;60;p15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6085564" y="401521"/>
            <a:ext cx="2692674" cy="27696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 01">
  <p:cSld name="Title Slide 01">
    <p:spTree>
      <p:nvGrpSpPr>
        <p:cNvPr id="1" name="Shape 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Google Shape;63;p17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1E1E1E"/>
          </a:solidFill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4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64" name="Google Shape;64;p17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6648739" y="353676"/>
            <a:ext cx="2122282" cy="1054019"/>
          </a:xfrm>
          <a:prstGeom prst="rect">
            <a:avLst/>
          </a:prstGeom>
          <a:noFill/>
          <a:ln>
            <a:noFill/>
          </a:ln>
        </p:spPr>
      </p:pic>
      <p:sp>
        <p:nvSpPr>
          <p:cNvPr id="65" name="Google Shape;65;p17"/>
          <p:cNvSpPr/>
          <p:nvPr/>
        </p:nvSpPr>
        <p:spPr>
          <a:xfrm>
            <a:off x="324853" y="1407695"/>
            <a:ext cx="6324000" cy="3443400"/>
          </a:xfrm>
          <a:prstGeom prst="rect">
            <a:avLst/>
          </a:prstGeom>
          <a:solidFill>
            <a:srgbClr val="F00037"/>
          </a:solidFill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4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6" name="Google Shape;66;p17"/>
          <p:cNvSpPr txBox="1">
            <a:spLocks noGrp="1"/>
          </p:cNvSpPr>
          <p:nvPr>
            <p:ph type="body" idx="1"/>
          </p:nvPr>
        </p:nvSpPr>
        <p:spPr>
          <a:xfrm>
            <a:off x="520303" y="1609724"/>
            <a:ext cx="5781900" cy="2534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Autofit/>
          </a:bodyPr>
          <a:lstStyle>
            <a:lvl1pPr marL="457200" marR="0" lvl="0" indent="-228600" algn="l" rtl="0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5400"/>
              <a:buFont typeface="Arial"/>
              <a:buNone/>
              <a:defRPr sz="5400" b="1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3429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2385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sz="15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67" name="Google Shape;67;p17"/>
          <p:cNvSpPr txBox="1"/>
          <p:nvPr/>
        </p:nvSpPr>
        <p:spPr>
          <a:xfrm>
            <a:off x="469770" y="4511842"/>
            <a:ext cx="1919700" cy="207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9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www.almabetter.com</a:t>
            </a:r>
            <a:endParaRPr sz="1100"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Content">
  <p:cSld name="Title and Content">
    <p:spTree>
      <p:nvGrpSpPr>
        <p:cNvPr id="1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18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1E1E1E"/>
          </a:solidFill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4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0" name="Google Shape;70;p18"/>
          <p:cNvSpPr txBox="1">
            <a:spLocks noGrp="1"/>
          </p:cNvSpPr>
          <p:nvPr>
            <p:ph type="body" idx="1"/>
          </p:nvPr>
        </p:nvSpPr>
        <p:spPr>
          <a:xfrm>
            <a:off x="520303" y="1191026"/>
            <a:ext cx="5781900" cy="1949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Autofit/>
          </a:bodyPr>
          <a:lstStyle>
            <a:lvl1pPr marL="457200" marR="0" lvl="0" indent="-228600" algn="l" rtl="0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5400"/>
              <a:buFont typeface="Arial"/>
              <a:buNone/>
              <a:defRPr sz="5400" b="1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3429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2385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sz="15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71" name="Google Shape;71;p18"/>
          <p:cNvSpPr txBox="1"/>
          <p:nvPr/>
        </p:nvSpPr>
        <p:spPr>
          <a:xfrm>
            <a:off x="469770" y="4670659"/>
            <a:ext cx="1919700" cy="207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9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www.almabetter.com</a:t>
            </a:r>
            <a:endParaRPr sz="1100"/>
          </a:p>
        </p:txBody>
      </p:sp>
      <p:sp>
        <p:nvSpPr>
          <p:cNvPr id="72" name="Google Shape;72;p18"/>
          <p:cNvSpPr txBox="1">
            <a:spLocks noGrp="1"/>
          </p:cNvSpPr>
          <p:nvPr>
            <p:ph type="body" idx="2"/>
          </p:nvPr>
        </p:nvSpPr>
        <p:spPr>
          <a:xfrm>
            <a:off x="520303" y="3290538"/>
            <a:ext cx="5781900" cy="867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Autofit/>
          </a:bodyPr>
          <a:lstStyle>
            <a:lvl1pPr marL="457200" marR="0" lvl="0" indent="-228600" algn="l" rtl="0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Arial"/>
              <a:buNone/>
              <a:defRPr sz="24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3429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2385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sz="15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pic>
        <p:nvPicPr>
          <p:cNvPr id="73" name="Google Shape;73;p18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6085564" y="401521"/>
            <a:ext cx="2692674" cy="27696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&amp; Content 02">
  <p:cSld name="Title &amp; Content 02">
    <p:spTree>
      <p:nvGrpSpPr>
        <p:cNvPr id="1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19"/>
          <p:cNvSpPr txBox="1">
            <a:spLocks noGrp="1"/>
          </p:cNvSpPr>
          <p:nvPr>
            <p:ph type="body" idx="1"/>
          </p:nvPr>
        </p:nvSpPr>
        <p:spPr>
          <a:xfrm>
            <a:off x="520303" y="1191026"/>
            <a:ext cx="5781900" cy="1949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Autofit/>
          </a:bodyPr>
          <a:lstStyle>
            <a:lvl1pPr marL="457200" marR="0" lvl="0" indent="-228600" algn="l" rtl="0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F00037"/>
              </a:buClr>
              <a:buSzPts val="5400"/>
              <a:buFont typeface="Arial"/>
              <a:buNone/>
              <a:defRPr sz="5400" b="1" i="0" u="none" strike="noStrike" cap="none">
                <a:solidFill>
                  <a:srgbClr val="F00037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3429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2385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sz="15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76" name="Google Shape;76;p19"/>
          <p:cNvSpPr txBox="1"/>
          <p:nvPr/>
        </p:nvSpPr>
        <p:spPr>
          <a:xfrm>
            <a:off x="469770" y="4670659"/>
            <a:ext cx="1919700" cy="207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9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www.almabetter.com</a:t>
            </a:r>
            <a:endParaRPr sz="1100"/>
          </a:p>
        </p:txBody>
      </p:sp>
      <p:sp>
        <p:nvSpPr>
          <p:cNvPr id="77" name="Google Shape;77;p19"/>
          <p:cNvSpPr txBox="1">
            <a:spLocks noGrp="1"/>
          </p:cNvSpPr>
          <p:nvPr>
            <p:ph type="body" idx="2"/>
          </p:nvPr>
        </p:nvSpPr>
        <p:spPr>
          <a:xfrm>
            <a:off x="520303" y="3290538"/>
            <a:ext cx="5781900" cy="867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Autofit/>
          </a:bodyPr>
          <a:lstStyle>
            <a:lvl1pPr marL="457200" marR="0" lvl="0" indent="-228600" algn="l" rtl="0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  <a:defRPr sz="2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3429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2385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sz="15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pic>
        <p:nvPicPr>
          <p:cNvPr id="78" name="Google Shape;78;p19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6085572" y="401522"/>
            <a:ext cx="2692666" cy="27696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About">
  <p:cSld name="About">
    <p:spTree>
      <p:nvGrpSpPr>
        <p:cNvPr id="1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Google Shape;85;p21"/>
          <p:cNvSpPr/>
          <p:nvPr/>
        </p:nvSpPr>
        <p:spPr>
          <a:xfrm>
            <a:off x="3030494" y="0"/>
            <a:ext cx="6113400" cy="5143500"/>
          </a:xfrm>
          <a:prstGeom prst="rect">
            <a:avLst/>
          </a:prstGeom>
          <a:solidFill>
            <a:srgbClr val="F00037"/>
          </a:solidFill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4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6" name="Google Shape;86;p21"/>
          <p:cNvSpPr txBox="1"/>
          <p:nvPr/>
        </p:nvSpPr>
        <p:spPr>
          <a:xfrm>
            <a:off x="454111" y="417040"/>
            <a:ext cx="2205600" cy="900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5400" b="1" i="0">
                <a:solidFill>
                  <a:srgbClr val="F00037"/>
                </a:solidFill>
                <a:latin typeface="Arial"/>
                <a:ea typeface="Arial"/>
                <a:cs typeface="Arial"/>
                <a:sym typeface="Arial"/>
              </a:rPr>
              <a:t>About</a:t>
            </a:r>
            <a:endParaRPr sz="1100"/>
          </a:p>
        </p:txBody>
      </p:sp>
      <p:sp>
        <p:nvSpPr>
          <p:cNvPr id="87" name="Google Shape;87;p21"/>
          <p:cNvSpPr txBox="1"/>
          <p:nvPr/>
        </p:nvSpPr>
        <p:spPr>
          <a:xfrm>
            <a:off x="3679224" y="713603"/>
            <a:ext cx="5010600" cy="1793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4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AlmaBetter is a learner-centric career growth institute, that provides T.R.U.E. learning to every ambitious growth aspirant, enabling them to acquire the skills of tomorrow and get assured results.</a:t>
            </a:r>
            <a:endParaRPr sz="1100"/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4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4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We are revolutionising the way skills, experiences, and learning outcomes are delivered online. Join the largest tech community and fast forward your career with AlmaBetter.</a:t>
            </a:r>
            <a:endParaRPr sz="1100"/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ntent">
  <p:cSld name="Content">
    <p:spTree>
      <p:nvGrpSpPr>
        <p:cNvPr id="1" name="Shape 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Google Shape;89;p22"/>
          <p:cNvSpPr txBox="1">
            <a:spLocks noGrp="1"/>
          </p:cNvSpPr>
          <p:nvPr>
            <p:ph type="body" idx="1"/>
          </p:nvPr>
        </p:nvSpPr>
        <p:spPr>
          <a:xfrm>
            <a:off x="375386" y="368066"/>
            <a:ext cx="7673700" cy="960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Autofit/>
          </a:bodyPr>
          <a:lstStyle>
            <a:lvl1pPr marL="457200" marR="0" lvl="0" indent="-228600" algn="l" rtl="0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F00037"/>
              </a:buClr>
              <a:buSzPts val="4100"/>
              <a:buFont typeface="Arial"/>
              <a:buNone/>
              <a:defRPr sz="4100" b="1" i="0" u="none" strike="noStrike" cap="none">
                <a:solidFill>
                  <a:srgbClr val="F00037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3429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2385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sz="15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pic>
        <p:nvPicPr>
          <p:cNvPr id="90" name="Google Shape;90;p22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375386" y="4793310"/>
            <a:ext cx="830144" cy="138358"/>
          </a:xfrm>
          <a:prstGeom prst="rect">
            <a:avLst/>
          </a:prstGeom>
          <a:noFill/>
          <a:ln>
            <a:noFill/>
          </a:ln>
        </p:spPr>
      </p:pic>
      <p:pic>
        <p:nvPicPr>
          <p:cNvPr id="91" name="Google Shape;91;p22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8265895" y="4748764"/>
            <a:ext cx="570095" cy="197340"/>
          </a:xfrm>
          <a:prstGeom prst="rect">
            <a:avLst/>
          </a:prstGeom>
          <a:noFill/>
          <a:ln>
            <a:noFill/>
          </a:ln>
        </p:spPr>
      </p:pic>
      <p:sp>
        <p:nvSpPr>
          <p:cNvPr id="92" name="Google Shape;92;p22"/>
          <p:cNvSpPr txBox="1">
            <a:spLocks noGrp="1"/>
          </p:cNvSpPr>
          <p:nvPr>
            <p:ph type="body" idx="2"/>
          </p:nvPr>
        </p:nvSpPr>
        <p:spPr>
          <a:xfrm>
            <a:off x="375385" y="1606587"/>
            <a:ext cx="7673700" cy="2580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Autofit/>
          </a:bodyPr>
          <a:lstStyle>
            <a:lvl1pPr marL="457200" marR="0" lvl="0" indent="-228600" algn="l" rtl="0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3429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2385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sz="15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Numbers">
  <p:cSld name="Numbers">
    <p:spTree>
      <p:nvGrpSpPr>
        <p:cNvPr id="1" name="Shape 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Google Shape;94;p23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1E1E1E"/>
          </a:solidFill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4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95" name="Google Shape;95;p23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8265539" y="4743467"/>
            <a:ext cx="570452" cy="197340"/>
          </a:xfrm>
          <a:prstGeom prst="rect">
            <a:avLst/>
          </a:prstGeom>
          <a:noFill/>
          <a:ln>
            <a:noFill/>
          </a:ln>
        </p:spPr>
      </p:pic>
      <p:pic>
        <p:nvPicPr>
          <p:cNvPr id="96" name="Google Shape;96;p23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375385" y="4800896"/>
            <a:ext cx="830146" cy="139911"/>
          </a:xfrm>
          <a:prstGeom prst="rect">
            <a:avLst/>
          </a:prstGeom>
          <a:noFill/>
          <a:ln>
            <a:noFill/>
          </a:ln>
        </p:spPr>
      </p:pic>
      <p:sp>
        <p:nvSpPr>
          <p:cNvPr id="97" name="Google Shape;97;p23"/>
          <p:cNvSpPr txBox="1">
            <a:spLocks noGrp="1"/>
          </p:cNvSpPr>
          <p:nvPr>
            <p:ph type="body" idx="1"/>
          </p:nvPr>
        </p:nvSpPr>
        <p:spPr>
          <a:xfrm>
            <a:off x="924025" y="1651285"/>
            <a:ext cx="2158500" cy="111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Autofit/>
          </a:bodyPr>
          <a:lstStyle>
            <a:lvl1pPr marL="457200" marR="0" lvl="0" indent="-228600" algn="l" rtl="0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F00037"/>
              </a:buClr>
              <a:buSzPts val="7200"/>
              <a:buFont typeface="Arial"/>
              <a:buNone/>
              <a:defRPr sz="7200" b="1" i="0" u="none" strike="noStrike" cap="none">
                <a:solidFill>
                  <a:srgbClr val="F00037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3429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2385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sz="15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98" name="Google Shape;98;p23"/>
          <p:cNvSpPr txBox="1">
            <a:spLocks noGrp="1"/>
          </p:cNvSpPr>
          <p:nvPr>
            <p:ph type="body" idx="2"/>
          </p:nvPr>
        </p:nvSpPr>
        <p:spPr>
          <a:xfrm>
            <a:off x="3492767" y="1651284"/>
            <a:ext cx="2158500" cy="111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Autofit/>
          </a:bodyPr>
          <a:lstStyle>
            <a:lvl1pPr marL="457200" marR="0" lvl="0" indent="-228600" algn="l" rtl="0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F00037"/>
              </a:buClr>
              <a:buSzPts val="7200"/>
              <a:buFont typeface="Arial"/>
              <a:buNone/>
              <a:defRPr sz="7200" b="1" i="0" u="none" strike="noStrike" cap="none">
                <a:solidFill>
                  <a:srgbClr val="F00037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3429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2385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sz="15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99" name="Google Shape;99;p23"/>
          <p:cNvSpPr txBox="1">
            <a:spLocks noGrp="1"/>
          </p:cNvSpPr>
          <p:nvPr>
            <p:ph type="body" idx="3"/>
          </p:nvPr>
        </p:nvSpPr>
        <p:spPr>
          <a:xfrm>
            <a:off x="6061509" y="1651284"/>
            <a:ext cx="2158500" cy="111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Autofit/>
          </a:bodyPr>
          <a:lstStyle>
            <a:lvl1pPr marL="457200" marR="0" lvl="0" indent="-228600" algn="l" rtl="0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F00037"/>
              </a:buClr>
              <a:buSzPts val="7200"/>
              <a:buFont typeface="Arial"/>
              <a:buNone/>
              <a:defRPr sz="7200" b="1" i="0" u="none" strike="noStrike" cap="none">
                <a:solidFill>
                  <a:srgbClr val="F00037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3429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2385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sz="15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00" name="Google Shape;100;p23"/>
          <p:cNvSpPr txBox="1">
            <a:spLocks noGrp="1"/>
          </p:cNvSpPr>
          <p:nvPr>
            <p:ph type="body" idx="4"/>
          </p:nvPr>
        </p:nvSpPr>
        <p:spPr>
          <a:xfrm>
            <a:off x="924026" y="2999846"/>
            <a:ext cx="2158500" cy="602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Autofit/>
          </a:bodyPr>
          <a:lstStyle>
            <a:lvl1pPr marL="457200" marR="0" lvl="0" indent="-228600" algn="l" rtl="0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Arial"/>
              <a:buNone/>
              <a:defRPr sz="14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3429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2385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sz="15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01" name="Google Shape;101;p23"/>
          <p:cNvSpPr txBox="1">
            <a:spLocks noGrp="1"/>
          </p:cNvSpPr>
          <p:nvPr>
            <p:ph type="body" idx="5"/>
          </p:nvPr>
        </p:nvSpPr>
        <p:spPr>
          <a:xfrm>
            <a:off x="3492767" y="3017063"/>
            <a:ext cx="2158500" cy="602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Autofit/>
          </a:bodyPr>
          <a:lstStyle>
            <a:lvl1pPr marL="457200" marR="0" lvl="0" indent="-228600" algn="l" rtl="0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Arial"/>
              <a:buNone/>
              <a:defRPr sz="14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3429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2385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sz="15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02" name="Google Shape;102;p23"/>
          <p:cNvSpPr txBox="1">
            <a:spLocks noGrp="1"/>
          </p:cNvSpPr>
          <p:nvPr>
            <p:ph type="body" idx="6"/>
          </p:nvPr>
        </p:nvSpPr>
        <p:spPr>
          <a:xfrm>
            <a:off x="6061509" y="2999846"/>
            <a:ext cx="2158500" cy="602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Autofit/>
          </a:bodyPr>
          <a:lstStyle>
            <a:lvl1pPr marL="457200" marR="0" lvl="0" indent="-228600" algn="l" rtl="0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Arial"/>
              <a:buNone/>
              <a:defRPr sz="14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3429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2385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sz="15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ntent &amp; Numbers">
  <p:cSld name="Content &amp; Numbers">
    <p:spTree>
      <p:nvGrpSpPr>
        <p:cNvPr id="1" name="Shape 1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" name="Google Shape;104;p24"/>
          <p:cNvSpPr/>
          <p:nvPr/>
        </p:nvSpPr>
        <p:spPr>
          <a:xfrm>
            <a:off x="4572000" y="0"/>
            <a:ext cx="4572000" cy="5143500"/>
          </a:xfrm>
          <a:prstGeom prst="rect">
            <a:avLst/>
          </a:prstGeom>
          <a:solidFill>
            <a:srgbClr val="1E1E1E"/>
          </a:solidFill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4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5" name="Google Shape;105;p24"/>
          <p:cNvSpPr txBox="1">
            <a:spLocks noGrp="1"/>
          </p:cNvSpPr>
          <p:nvPr>
            <p:ph type="body" idx="1"/>
          </p:nvPr>
        </p:nvSpPr>
        <p:spPr>
          <a:xfrm>
            <a:off x="5262614" y="369871"/>
            <a:ext cx="2894700" cy="1561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Autofit/>
          </a:bodyPr>
          <a:lstStyle>
            <a:lvl1pPr marL="457200" marR="0" lvl="0" indent="-228600" algn="l" rtl="0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F00037"/>
              </a:buClr>
              <a:buSzPts val="9000"/>
              <a:buFont typeface="Arial"/>
              <a:buNone/>
              <a:defRPr sz="9000" b="1" i="0" u="none" strike="noStrike" cap="none">
                <a:solidFill>
                  <a:srgbClr val="F00037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3429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2385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sz="15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06" name="Google Shape;106;p24"/>
          <p:cNvSpPr txBox="1">
            <a:spLocks noGrp="1"/>
          </p:cNvSpPr>
          <p:nvPr>
            <p:ph type="body" idx="2"/>
          </p:nvPr>
        </p:nvSpPr>
        <p:spPr>
          <a:xfrm>
            <a:off x="5262614" y="2142545"/>
            <a:ext cx="2894700" cy="746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Autofit/>
          </a:bodyPr>
          <a:lstStyle>
            <a:lvl1pPr marL="457200" marR="0" lvl="0" indent="-228600" algn="l" rtl="0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rial"/>
              <a:buNone/>
              <a:defRPr sz="18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3429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2385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sz="15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07" name="Google Shape;107;p24"/>
          <p:cNvSpPr txBox="1">
            <a:spLocks noGrp="1"/>
          </p:cNvSpPr>
          <p:nvPr>
            <p:ph type="body" idx="3"/>
          </p:nvPr>
        </p:nvSpPr>
        <p:spPr>
          <a:xfrm>
            <a:off x="375385" y="368066"/>
            <a:ext cx="3631200" cy="960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Autofit/>
          </a:bodyPr>
          <a:lstStyle>
            <a:lvl1pPr marL="457200" marR="0" lvl="0" indent="-228600" algn="l" rtl="0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F00037"/>
              </a:buClr>
              <a:buSzPts val="4100"/>
              <a:buFont typeface="Arial"/>
              <a:buNone/>
              <a:defRPr sz="4100" b="1" i="0" u="none" strike="noStrike" cap="none">
                <a:solidFill>
                  <a:srgbClr val="F00037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3429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2385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sz="15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08" name="Google Shape;108;p24"/>
          <p:cNvSpPr txBox="1">
            <a:spLocks noGrp="1"/>
          </p:cNvSpPr>
          <p:nvPr>
            <p:ph type="body" idx="4"/>
          </p:nvPr>
        </p:nvSpPr>
        <p:spPr>
          <a:xfrm>
            <a:off x="375385" y="1606587"/>
            <a:ext cx="3631200" cy="2717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Autofit/>
          </a:bodyPr>
          <a:lstStyle>
            <a:lvl1pPr marL="457200" marR="0" lvl="0" indent="-228600" algn="l" rtl="0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3429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2385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sz="15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pic>
        <p:nvPicPr>
          <p:cNvPr id="109" name="Google Shape;109;p24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375386" y="4793310"/>
            <a:ext cx="830144" cy="13835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ntent with Image">
  <p:cSld name="Content with Image">
    <p:spTree>
      <p:nvGrpSpPr>
        <p:cNvPr id="1" name="Shape 1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Google Shape;111;p25"/>
          <p:cNvSpPr txBox="1">
            <a:spLocks noGrp="1"/>
          </p:cNvSpPr>
          <p:nvPr>
            <p:ph type="body" idx="1"/>
          </p:nvPr>
        </p:nvSpPr>
        <p:spPr>
          <a:xfrm>
            <a:off x="375385" y="368066"/>
            <a:ext cx="3631200" cy="960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Autofit/>
          </a:bodyPr>
          <a:lstStyle>
            <a:lvl1pPr marL="457200" marR="0" lvl="0" indent="-228600" algn="l" rtl="0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F00037"/>
              </a:buClr>
              <a:buSzPts val="4100"/>
              <a:buFont typeface="Arial"/>
              <a:buNone/>
              <a:defRPr sz="4100" b="1" i="0" u="none" strike="noStrike" cap="none">
                <a:solidFill>
                  <a:srgbClr val="F00037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3429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2385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sz="15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12" name="Google Shape;112;p25"/>
          <p:cNvSpPr txBox="1">
            <a:spLocks noGrp="1"/>
          </p:cNvSpPr>
          <p:nvPr>
            <p:ph type="body" idx="2"/>
          </p:nvPr>
        </p:nvSpPr>
        <p:spPr>
          <a:xfrm>
            <a:off x="375385" y="1606587"/>
            <a:ext cx="3631200" cy="2717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Autofit/>
          </a:bodyPr>
          <a:lstStyle>
            <a:lvl1pPr marL="457200" marR="0" lvl="0" indent="-228600" algn="l" rtl="0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3429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2385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sz="15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pic>
        <p:nvPicPr>
          <p:cNvPr id="113" name="Google Shape;113;p25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375386" y="4793310"/>
            <a:ext cx="830144" cy="138358"/>
          </a:xfrm>
          <a:prstGeom prst="rect">
            <a:avLst/>
          </a:prstGeom>
          <a:noFill/>
          <a:ln>
            <a:noFill/>
          </a:ln>
        </p:spPr>
      </p:pic>
      <p:sp>
        <p:nvSpPr>
          <p:cNvPr id="114" name="Google Shape;114;p25"/>
          <p:cNvSpPr>
            <a:spLocks noGrp="1"/>
          </p:cNvSpPr>
          <p:nvPr>
            <p:ph type="pic" idx="3"/>
          </p:nvPr>
        </p:nvSpPr>
        <p:spPr>
          <a:xfrm>
            <a:off x="4572000" y="0"/>
            <a:ext cx="4572000" cy="5143500"/>
          </a:xfrm>
          <a:prstGeom prst="rect">
            <a:avLst/>
          </a:prstGeom>
          <a:noFill/>
          <a:ln>
            <a:noFill/>
          </a:ln>
        </p:spPr>
      </p:sp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reaker">
  <p:cSld name="Breaker">
    <p:spTree>
      <p:nvGrpSpPr>
        <p:cNvPr id="1" name="Shape 1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" name="Google Shape;116;p26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00037"/>
          </a:solidFill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4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7" name="Google Shape;117;p26"/>
          <p:cNvSpPr txBox="1">
            <a:spLocks noGrp="1"/>
          </p:cNvSpPr>
          <p:nvPr>
            <p:ph type="body" idx="1"/>
          </p:nvPr>
        </p:nvSpPr>
        <p:spPr>
          <a:xfrm>
            <a:off x="1540042" y="1913898"/>
            <a:ext cx="6063900" cy="1315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457200" marR="0" lvl="0" indent="-228600" algn="ctr" rtl="0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Arial"/>
              <a:buNone/>
              <a:defRPr sz="24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3429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2385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sz="15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End Slide">
  <p:cSld name="End Slide">
    <p:spTree>
      <p:nvGrpSpPr>
        <p:cNvPr id="1" name="Shape 1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9" name="Google Shape;119;p27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1E1E1E"/>
          </a:solidFill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4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20" name="Google Shape;120;p27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4826752" y="4314287"/>
            <a:ext cx="3658701" cy="376324"/>
          </a:xfrm>
          <a:prstGeom prst="rect">
            <a:avLst/>
          </a:prstGeom>
          <a:noFill/>
          <a:ln>
            <a:noFill/>
          </a:ln>
        </p:spPr>
      </p:pic>
      <p:sp>
        <p:nvSpPr>
          <p:cNvPr id="121" name="Google Shape;121;p27"/>
          <p:cNvSpPr txBox="1"/>
          <p:nvPr/>
        </p:nvSpPr>
        <p:spPr>
          <a:xfrm>
            <a:off x="658544" y="3865409"/>
            <a:ext cx="2659500" cy="1038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900" b="1" i="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AlmaBetter Edutech Pvt. Ltd.</a:t>
            </a:r>
            <a:endParaRPr sz="1100"/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9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4th Floor, 133/2, Janardhan Towers,</a:t>
            </a:r>
            <a:endParaRPr sz="1100"/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9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Residency Road, Bengaluru 560025</a:t>
            </a:r>
            <a:endParaRPr sz="1100"/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9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900" u="sng">
                <a:solidFill>
                  <a:schemeClr val="hlink"/>
                </a:solidFill>
                <a:latin typeface="Arial"/>
                <a:ea typeface="Arial"/>
                <a:cs typeface="Arial"/>
                <a:sym typeface="Arial"/>
                <a:hlinkClick r:id="rId3"/>
              </a:rPr>
              <a:t>www.almabetter.com</a:t>
            </a:r>
            <a:endParaRPr sz="9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9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+91-9513166012 / +91-9513164998</a:t>
            </a:r>
            <a:endParaRPr sz="1100"/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9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2" name="Google Shape;122;p27"/>
          <p:cNvSpPr txBox="1"/>
          <p:nvPr/>
        </p:nvSpPr>
        <p:spPr>
          <a:xfrm>
            <a:off x="545348" y="480693"/>
            <a:ext cx="5098500" cy="1177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7200" b="1" i="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Thank you.</a:t>
            </a:r>
            <a:endParaRPr sz="1100"/>
          </a:p>
        </p:txBody>
      </p:sp>
      <p:sp>
        <p:nvSpPr>
          <p:cNvPr id="123" name="Google Shape;123;p27"/>
          <p:cNvSpPr/>
          <p:nvPr/>
        </p:nvSpPr>
        <p:spPr>
          <a:xfrm>
            <a:off x="658544" y="1586872"/>
            <a:ext cx="2659500" cy="108000"/>
          </a:xfrm>
          <a:prstGeom prst="rect">
            <a:avLst/>
          </a:prstGeom>
          <a:solidFill>
            <a:srgbClr val="F00037"/>
          </a:solidFill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4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Vertical Text">
  <p:cSld name="Title and Vertical Text">
    <p:spTree>
      <p:nvGrpSpPr>
        <p:cNvPr id="1" name="Shape 124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Vertical Title and Text">
  <p:cSld name="Vertical Title and Text">
    <p:spTree>
      <p:nvGrpSpPr>
        <p:cNvPr id="1" name="Shape 125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4/7/2026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6712597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6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theme" Target="../theme/theme1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22.xml"/><Relationship Id="rId13" Type="http://schemas.openxmlformats.org/officeDocument/2006/relationships/slideLayout" Target="../slideLayouts/slideLayout27.xml"/><Relationship Id="rId3" Type="http://schemas.openxmlformats.org/officeDocument/2006/relationships/slideLayout" Target="../slideLayouts/slideLayout17.xml"/><Relationship Id="rId7" Type="http://schemas.openxmlformats.org/officeDocument/2006/relationships/slideLayout" Target="../slideLayouts/slideLayout21.xml"/><Relationship Id="rId12" Type="http://schemas.openxmlformats.org/officeDocument/2006/relationships/slideLayout" Target="../slideLayouts/slideLayout26.xml"/><Relationship Id="rId2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5.xml"/><Relationship Id="rId6" Type="http://schemas.openxmlformats.org/officeDocument/2006/relationships/slideLayout" Target="../slideLayouts/slideLayout20.xml"/><Relationship Id="rId11" Type="http://schemas.openxmlformats.org/officeDocument/2006/relationships/slideLayout" Target="../slideLayouts/slideLayout25.xml"/><Relationship Id="rId5" Type="http://schemas.openxmlformats.org/officeDocument/2006/relationships/slideLayout" Target="../slideLayouts/slideLayout19.xml"/><Relationship Id="rId10" Type="http://schemas.openxmlformats.org/officeDocument/2006/relationships/slideLayout" Target="../slideLayouts/slideLayout24.xml"/><Relationship Id="rId4" Type="http://schemas.openxmlformats.org/officeDocument/2006/relationships/slideLayout" Target="../slideLayouts/slideLayout18.xml"/><Relationship Id="rId9" Type="http://schemas.openxmlformats.org/officeDocument/2006/relationships/slideLayout" Target="../slideLayouts/slideLayout23.xml"/><Relationship Id="rId14" Type="http://schemas.openxmlformats.org/officeDocument/2006/relationships/theme" Target="../theme/theme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simple-light-2">
    <p:bg>
      <p:bgPr>
        <a:solidFill>
          <a:srgbClr val="000000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429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marL="914400" lvl="1" indent="-3175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marL="1371600" lvl="2" indent="-3175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marL="1828800" lvl="3" indent="-3175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marL="2286000" lvl="4" indent="-3175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marL="2743200" lvl="5" indent="-3175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marL="3200400" lvl="6" indent="-3175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marL="3657600" lvl="7" indent="-3175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marL="4114800" lvl="8" indent="-317500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>
            <a:endParaRPr/>
          </a:p>
        </p:txBody>
      </p:sp>
      <p:sp>
        <p:nvSpPr>
          <p:cNvPr id="8" name="Google Shape;8;p1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pic>
        <p:nvPicPr>
          <p:cNvPr id="9" name="Google Shape;9;p1"/>
          <p:cNvPicPr preferRelativeResize="0"/>
          <p:nvPr/>
        </p:nvPicPr>
        <p:blipFill>
          <a:blip r:embed="rId16">
            <a:alphaModFix/>
          </a:blip>
          <a:stretch>
            <a:fillRect/>
          </a:stretch>
        </p:blipFill>
        <p:spPr>
          <a:xfrm>
            <a:off x="8602975" y="66525"/>
            <a:ext cx="348619" cy="357956"/>
          </a:xfrm>
          <a:prstGeom prst="rect">
            <a:avLst/>
          </a:prstGeom>
          <a:noFill/>
          <a:ln>
            <a:noFill/>
          </a:ln>
        </p:spPr>
      </p:pic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  <p:sldLayoutId id="2147483660" r:id="rId13"/>
    <p:sldLayoutId id="2147483661" r:id="rId14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dk2" tx2="lt2" accent1="accent1" accent2="accent2" accent3="accent3" accent4="accent4" accent5="accent5" accent6="accent6" hlink="hlink" folHlink="folHlink"/>
  <p:sldLayoutIdLst>
    <p:sldLayoutId id="2147483662" r:id="rId1"/>
    <p:sldLayoutId id="2147483663" r:id="rId2"/>
    <p:sldLayoutId id="2147483664" r:id="rId3"/>
    <p:sldLayoutId id="2147483666" r:id="rId4"/>
    <p:sldLayoutId id="2147483667" r:id="rId5"/>
    <p:sldLayoutId id="2147483668" r:id="rId6"/>
    <p:sldLayoutId id="2147483669" r:id="rId7"/>
    <p:sldLayoutId id="2147483670" r:id="rId8"/>
    <p:sldLayoutId id="2147483671" r:id="rId9"/>
    <p:sldLayoutId id="2147483672" r:id="rId10"/>
    <p:sldLayoutId id="2147483673" r:id="rId11"/>
    <p:sldLayoutId id="2147483674" r:id="rId12"/>
    <p:sldLayoutId id="2147483677" r:id="rId13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3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9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sv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7.xml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customXml" Target="../ink/ink3.xml"/><Relationship Id="rId3" Type="http://schemas.openxmlformats.org/officeDocument/2006/relationships/image" Target="../media/image11.svg"/><Relationship Id="rId7" Type="http://schemas.openxmlformats.org/officeDocument/2006/relationships/image" Target="../media/image13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7.xml"/><Relationship Id="rId6" Type="http://schemas.openxmlformats.org/officeDocument/2006/relationships/customXml" Target="../ink/ink2.xml"/><Relationship Id="rId5" Type="http://schemas.openxmlformats.org/officeDocument/2006/relationships/image" Target="../media/image12.png"/><Relationship Id="rId4" Type="http://schemas.openxmlformats.org/officeDocument/2006/relationships/customXml" Target="../ink/ink1.xml"/><Relationship Id="rId9" Type="http://schemas.openxmlformats.org/officeDocument/2006/relationships/image" Target="../media/image14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sv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7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sv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7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3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0" name="Google Shape;130;p30"/>
          <p:cNvSpPr txBox="1"/>
          <p:nvPr/>
        </p:nvSpPr>
        <p:spPr>
          <a:xfrm>
            <a:off x="446900" y="1188200"/>
            <a:ext cx="4381200" cy="84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177800" lvl="0" indent="-17780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4800" b="1">
                <a:solidFill>
                  <a:srgbClr val="FFFFFF"/>
                </a:solidFill>
              </a:rPr>
              <a:t>Welcome to </a:t>
            </a:r>
            <a:endParaRPr sz="4800" b="1">
              <a:solidFill>
                <a:srgbClr val="FFFFFF"/>
              </a:solidFill>
            </a:endParaRPr>
          </a:p>
        </p:txBody>
      </p:sp>
      <p:sp>
        <p:nvSpPr>
          <p:cNvPr id="131" name="Google Shape;131;p30"/>
          <p:cNvSpPr/>
          <p:nvPr/>
        </p:nvSpPr>
        <p:spPr>
          <a:xfrm>
            <a:off x="8487975" y="52575"/>
            <a:ext cx="546000" cy="41280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32" name="Google Shape;132;p30"/>
          <p:cNvSpPr txBox="1"/>
          <p:nvPr/>
        </p:nvSpPr>
        <p:spPr>
          <a:xfrm>
            <a:off x="516975" y="3653925"/>
            <a:ext cx="6545400" cy="44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700" b="1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New age upskilling platform for high growth careers</a:t>
            </a:r>
            <a:endParaRPr sz="1700" b="1">
              <a:solidFill>
                <a:srgbClr val="FFFFFF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id="133" name="Google Shape;133;p30"/>
          <p:cNvPicPr preferRelativeResize="0"/>
          <p:nvPr/>
        </p:nvPicPr>
        <p:blipFill rotWithShape="1">
          <a:blip r:embed="rId3">
            <a:alphaModFix/>
          </a:blip>
          <a:srcRect l="7791" t="27051" r="8061" b="27898"/>
          <a:stretch/>
        </p:blipFill>
        <p:spPr>
          <a:xfrm>
            <a:off x="525775" y="2037800"/>
            <a:ext cx="3759027" cy="739875"/>
          </a:xfrm>
          <a:prstGeom prst="rect">
            <a:avLst/>
          </a:prstGeom>
          <a:noFill/>
          <a:ln>
            <a:noFill/>
          </a:ln>
        </p:spPr>
      </p:pic>
      <p:pic>
        <p:nvPicPr>
          <p:cNvPr id="134" name="Google Shape;134;p30"/>
          <p:cNvPicPr preferRelativeResize="0"/>
          <p:nvPr/>
        </p:nvPicPr>
        <p:blipFill rotWithShape="1">
          <a:blip r:embed="rId3">
            <a:alphaModFix/>
          </a:blip>
          <a:srcRect l="7791" t="27051" r="8061" b="27898"/>
          <a:stretch/>
        </p:blipFill>
        <p:spPr>
          <a:xfrm>
            <a:off x="7643452" y="212375"/>
            <a:ext cx="1285376" cy="253000"/>
          </a:xfrm>
          <a:prstGeom prst="rect">
            <a:avLst/>
          </a:prstGeom>
          <a:noFill/>
          <a:ln>
            <a:noFill/>
          </a:ln>
        </p:spPr>
      </p:pic>
      <p:sp>
        <p:nvSpPr>
          <p:cNvPr id="2" name="Google Shape;132;p30">
            <a:extLst>
              <a:ext uri="{FF2B5EF4-FFF2-40B4-BE49-F238E27FC236}">
                <a16:creationId xmlns:a16="http://schemas.microsoft.com/office/drawing/2014/main" id="{45A30687-11AF-2562-A0DA-DD59DE3F92F6}"/>
              </a:ext>
            </a:extLst>
          </p:cNvPr>
          <p:cNvSpPr txBox="1"/>
          <p:nvPr/>
        </p:nvSpPr>
        <p:spPr>
          <a:xfrm>
            <a:off x="6509842" y="4201830"/>
            <a:ext cx="2109372" cy="44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700" b="1" dirty="0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By </a:t>
            </a:r>
            <a:r>
              <a:rPr lang="en-GB" sz="1700" b="1" dirty="0" err="1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Urvshi</a:t>
            </a:r>
            <a:r>
              <a:rPr lang="en-GB" sz="1700" b="1" dirty="0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 Singla</a:t>
            </a:r>
            <a:endParaRPr sz="1700" b="1" dirty="0">
              <a:solidFill>
                <a:srgbClr val="FFFFFF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E1E1E"/>
        </a:solidFill>
        <a:effectLst/>
      </p:bgPr>
    </p:bg>
    <p:spTree>
      <p:nvGrpSpPr>
        <p:cNvPr id="1" name="Shape 1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9" name="Google Shape;139;p31"/>
          <p:cNvSpPr txBox="1">
            <a:spLocks noGrp="1"/>
          </p:cNvSpPr>
          <p:nvPr>
            <p:ph type="body" idx="1"/>
          </p:nvPr>
        </p:nvSpPr>
        <p:spPr>
          <a:xfrm>
            <a:off x="735160" y="129516"/>
            <a:ext cx="7673700" cy="960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177800" lvl="0" indent="-17780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400"/>
              <a:buNone/>
            </a:pPr>
            <a:r>
              <a:rPr lang="en-GB" sz="3600"/>
              <a:t>Session Agenda</a:t>
            </a:r>
            <a:endParaRPr sz="3600">
              <a:solidFill>
                <a:srgbClr val="F00037"/>
              </a:solidFill>
            </a:endParaRPr>
          </a:p>
        </p:txBody>
      </p:sp>
      <p:sp>
        <p:nvSpPr>
          <p:cNvPr id="140" name="Google Shape;140;p31"/>
          <p:cNvSpPr txBox="1"/>
          <p:nvPr/>
        </p:nvSpPr>
        <p:spPr>
          <a:xfrm>
            <a:off x="735150" y="1339275"/>
            <a:ext cx="5555400" cy="212362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457200" lvl="0" indent="-32385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F5FDFF"/>
              </a:buClr>
              <a:buSzPts val="1500"/>
              <a:buFont typeface="Montserrat"/>
              <a:buChar char="●"/>
            </a:pPr>
            <a:r>
              <a:rPr lang="en-US" sz="1500" b="1" dirty="0">
                <a:solidFill>
                  <a:srgbClr val="F5FDFF"/>
                </a:solidFill>
                <a:latin typeface="Montserrat"/>
                <a:ea typeface="Montserrat"/>
                <a:cs typeface="Montserrat"/>
                <a:sym typeface="Montserrat"/>
              </a:rPr>
              <a:t>Link</a:t>
            </a:r>
          </a:p>
          <a:p>
            <a:pPr marL="457200" lvl="0" indent="-32385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F5FDFF"/>
              </a:buClr>
              <a:buSzPts val="1500"/>
              <a:buFont typeface="Montserrat"/>
              <a:buChar char="●"/>
            </a:pPr>
            <a:r>
              <a:rPr lang="en-US" sz="1500" b="1" dirty="0">
                <a:solidFill>
                  <a:srgbClr val="F5FDFF"/>
                </a:solidFill>
                <a:latin typeface="Montserrat"/>
                <a:ea typeface="Montserrat"/>
                <a:cs typeface="Montserrat"/>
                <a:sym typeface="Montserrat"/>
              </a:rPr>
              <a:t>Lists</a:t>
            </a:r>
          </a:p>
          <a:p>
            <a:pPr marL="457200" lvl="0" indent="-32385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F5FDFF"/>
              </a:buClr>
              <a:buSzPts val="1500"/>
              <a:buFont typeface="Montserrat"/>
              <a:buChar char="●"/>
            </a:pPr>
            <a:r>
              <a:rPr lang="en-US" sz="1500" b="1" dirty="0">
                <a:solidFill>
                  <a:srgbClr val="F5FDFF"/>
                </a:solidFill>
                <a:latin typeface="Montserrat"/>
                <a:ea typeface="Montserrat"/>
                <a:cs typeface="Montserrat"/>
                <a:sym typeface="Montserrat"/>
              </a:rPr>
              <a:t>Tables</a:t>
            </a:r>
          </a:p>
          <a:p>
            <a:pPr marL="457200" lvl="0" indent="-32385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F5FDFF"/>
              </a:buClr>
              <a:buSzPts val="1500"/>
              <a:buFont typeface="Montserrat"/>
              <a:buChar char="●"/>
            </a:pPr>
            <a:r>
              <a:rPr lang="en-GB" sz="1500" b="1" dirty="0">
                <a:solidFill>
                  <a:srgbClr val="F5FDFF"/>
                </a:solidFill>
                <a:latin typeface="Montserrat"/>
                <a:ea typeface="Montserrat"/>
                <a:cs typeface="Montserrat"/>
                <a:sym typeface="Montserrat"/>
              </a:rPr>
              <a:t>Form Elements</a:t>
            </a:r>
            <a:br>
              <a:rPr lang="en-GB" sz="1500" b="1" dirty="0">
                <a:solidFill>
                  <a:srgbClr val="F5FDFF"/>
                </a:solidFill>
                <a:latin typeface="Montserrat"/>
                <a:ea typeface="Montserrat"/>
                <a:cs typeface="Montserrat"/>
                <a:sym typeface="Montserrat"/>
              </a:rPr>
            </a:br>
            <a:br>
              <a:rPr lang="en-GB" sz="1200" b="1" dirty="0">
                <a:solidFill>
                  <a:srgbClr val="F5FDFF"/>
                </a:solidFill>
                <a:latin typeface="Montserrat"/>
                <a:ea typeface="Montserrat"/>
                <a:cs typeface="Montserrat"/>
                <a:sym typeface="Montserrat"/>
              </a:rPr>
            </a:br>
            <a:endParaRPr sz="1200" b="1" dirty="0">
              <a:solidFill>
                <a:srgbClr val="F5FDFF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id="141" name="Google Shape;141;p31"/>
          <p:cNvPicPr preferRelativeResize="0"/>
          <p:nvPr/>
        </p:nvPicPr>
        <p:blipFill rotWithShape="1">
          <a:blip r:embed="rId3">
            <a:alphaModFix/>
          </a:blip>
          <a:srcRect l="7791" t="27051" r="8061" b="27898"/>
          <a:stretch/>
        </p:blipFill>
        <p:spPr>
          <a:xfrm>
            <a:off x="7643452" y="212375"/>
            <a:ext cx="1285376" cy="253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>
            <a:alphaModFix amt="6000"/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rcRect/>
          <a:stretch>
            <a:fillRect/>
          </a:stretch>
        </p:blipFill>
        <p:spPr>
          <a:xfrm flipH="1">
            <a:off x="-9815" y="0"/>
            <a:ext cx="1163811" cy="1163811"/>
          </a:xfrm>
          <a:prstGeom prst="rect">
            <a:avLst/>
          </a:prstGeom>
        </p:spPr>
      </p:pic>
      <p:pic>
        <p:nvPicPr>
          <p:cNvPr id="3" name="Picture 3"/>
          <p:cNvPicPr>
            <a:picLocks noChangeAspect="1"/>
          </p:cNvPicPr>
          <p:nvPr/>
        </p:nvPicPr>
        <p:blipFill>
          <a:blip r:embed="rId2" cstate="print">
            <a:alphaModFix amt="6000"/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rcRect/>
          <a:stretch>
            <a:fillRect/>
          </a:stretch>
        </p:blipFill>
        <p:spPr>
          <a:xfrm flipH="1">
            <a:off x="8072956" y="4072456"/>
            <a:ext cx="1071044" cy="1071044"/>
          </a:xfrm>
          <a:prstGeom prst="rect">
            <a:avLst/>
          </a:prstGeom>
        </p:spPr>
      </p:pic>
      <p:grpSp>
        <p:nvGrpSpPr>
          <p:cNvPr id="4" name="Group 4"/>
          <p:cNvGrpSpPr/>
          <p:nvPr/>
        </p:nvGrpSpPr>
        <p:grpSpPr>
          <a:xfrm>
            <a:off x="8751721" y="0"/>
            <a:ext cx="392279" cy="914768"/>
            <a:chOff x="0" y="0"/>
            <a:chExt cx="286209" cy="667420"/>
          </a:xfrm>
        </p:grpSpPr>
        <p:sp>
          <p:nvSpPr>
            <p:cNvPr id="5" name="Freeform 5"/>
            <p:cNvSpPr/>
            <p:nvPr/>
          </p:nvSpPr>
          <p:spPr>
            <a:xfrm>
              <a:off x="0" y="0"/>
              <a:ext cx="286209" cy="667419"/>
            </a:xfrm>
            <a:custGeom>
              <a:avLst/>
              <a:gdLst/>
              <a:ahLst/>
              <a:cxnLst/>
              <a:rect l="l" t="t" r="r" b="b"/>
              <a:pathLst>
                <a:path w="286209" h="667419">
                  <a:moveTo>
                    <a:pt x="0" y="0"/>
                  </a:moveTo>
                  <a:lnTo>
                    <a:pt x="286209" y="0"/>
                  </a:lnTo>
                  <a:lnTo>
                    <a:pt x="286209" y="667419"/>
                  </a:lnTo>
                  <a:lnTo>
                    <a:pt x="0" y="667419"/>
                  </a:lnTo>
                  <a:close/>
                </a:path>
              </a:pathLst>
            </a:custGeom>
            <a:solidFill>
              <a:srgbClr val="FF9D8F"/>
            </a:solidFill>
          </p:spPr>
        </p:sp>
      </p:grpSp>
      <p:grpSp>
        <p:nvGrpSpPr>
          <p:cNvPr id="6" name="Group 6"/>
          <p:cNvGrpSpPr/>
          <p:nvPr/>
        </p:nvGrpSpPr>
        <p:grpSpPr>
          <a:xfrm>
            <a:off x="8751721" y="4454699"/>
            <a:ext cx="392279" cy="1377603"/>
            <a:chOff x="0" y="0"/>
            <a:chExt cx="286209" cy="1005107"/>
          </a:xfrm>
        </p:grpSpPr>
        <p:sp>
          <p:nvSpPr>
            <p:cNvPr id="7" name="Freeform 7"/>
            <p:cNvSpPr/>
            <p:nvPr/>
          </p:nvSpPr>
          <p:spPr>
            <a:xfrm>
              <a:off x="0" y="0"/>
              <a:ext cx="286209" cy="1005107"/>
            </a:xfrm>
            <a:custGeom>
              <a:avLst/>
              <a:gdLst/>
              <a:ahLst/>
              <a:cxnLst/>
              <a:rect l="l" t="t" r="r" b="b"/>
              <a:pathLst>
                <a:path w="286209" h="1005107">
                  <a:moveTo>
                    <a:pt x="0" y="0"/>
                  </a:moveTo>
                  <a:lnTo>
                    <a:pt x="286209" y="0"/>
                  </a:lnTo>
                  <a:lnTo>
                    <a:pt x="286209" y="1005107"/>
                  </a:lnTo>
                  <a:lnTo>
                    <a:pt x="0" y="1005107"/>
                  </a:lnTo>
                  <a:close/>
                </a:path>
              </a:pathLst>
            </a:custGeom>
            <a:solidFill>
              <a:srgbClr val="FFEAEA"/>
            </a:solidFill>
          </p:spPr>
        </p:sp>
      </p:grpSp>
      <p:grpSp>
        <p:nvGrpSpPr>
          <p:cNvPr id="8" name="Group 8"/>
          <p:cNvGrpSpPr/>
          <p:nvPr/>
        </p:nvGrpSpPr>
        <p:grpSpPr>
          <a:xfrm>
            <a:off x="0" y="4247304"/>
            <a:ext cx="897632" cy="896196"/>
            <a:chOff x="0" y="0"/>
            <a:chExt cx="6350000" cy="6339840"/>
          </a:xfrm>
        </p:grpSpPr>
        <p:sp>
          <p:nvSpPr>
            <p:cNvPr id="9" name="Freeform 9"/>
            <p:cNvSpPr/>
            <p:nvPr/>
          </p:nvSpPr>
          <p:spPr>
            <a:xfrm>
              <a:off x="0" y="0"/>
              <a:ext cx="6350000" cy="6339840"/>
            </a:xfrm>
            <a:custGeom>
              <a:avLst/>
              <a:gdLst/>
              <a:ahLst/>
              <a:cxnLst/>
              <a:rect l="l" t="t" r="r" b="b"/>
              <a:pathLst>
                <a:path w="6350000" h="6339840">
                  <a:moveTo>
                    <a:pt x="6350000" y="6339840"/>
                  </a:moveTo>
                  <a:lnTo>
                    <a:pt x="0" y="6339840"/>
                  </a:lnTo>
                  <a:lnTo>
                    <a:pt x="0" y="0"/>
                  </a:lnTo>
                  <a:lnTo>
                    <a:pt x="6350000" y="6339840"/>
                  </a:lnTo>
                  <a:close/>
                </a:path>
              </a:pathLst>
            </a:custGeom>
            <a:solidFill>
              <a:srgbClr val="E6F0FF"/>
            </a:solidFill>
          </p:spPr>
        </p:sp>
      </p:grpSp>
      <p:grpSp>
        <p:nvGrpSpPr>
          <p:cNvPr id="10" name="Group 10"/>
          <p:cNvGrpSpPr/>
          <p:nvPr/>
        </p:nvGrpSpPr>
        <p:grpSpPr>
          <a:xfrm rot="5400000">
            <a:off x="-10533" y="0"/>
            <a:ext cx="897632" cy="896196"/>
            <a:chOff x="0" y="0"/>
            <a:chExt cx="6350000" cy="6339840"/>
          </a:xfrm>
        </p:grpSpPr>
        <p:sp>
          <p:nvSpPr>
            <p:cNvPr id="11" name="Freeform 11"/>
            <p:cNvSpPr/>
            <p:nvPr/>
          </p:nvSpPr>
          <p:spPr>
            <a:xfrm>
              <a:off x="0" y="0"/>
              <a:ext cx="6350000" cy="6339840"/>
            </a:xfrm>
            <a:custGeom>
              <a:avLst/>
              <a:gdLst/>
              <a:ahLst/>
              <a:cxnLst/>
              <a:rect l="l" t="t" r="r" b="b"/>
              <a:pathLst>
                <a:path w="6350000" h="6339840">
                  <a:moveTo>
                    <a:pt x="6350000" y="6339840"/>
                  </a:moveTo>
                  <a:lnTo>
                    <a:pt x="0" y="6339840"/>
                  </a:lnTo>
                  <a:lnTo>
                    <a:pt x="0" y="0"/>
                  </a:lnTo>
                  <a:lnTo>
                    <a:pt x="6350000" y="6339840"/>
                  </a:lnTo>
                  <a:close/>
                </a:path>
              </a:pathLst>
            </a:custGeom>
            <a:solidFill>
              <a:srgbClr val="E6F0FF"/>
            </a:solidFill>
          </p:spPr>
        </p:sp>
      </p:grpSp>
      <p:grpSp>
        <p:nvGrpSpPr>
          <p:cNvPr id="12" name="Group 12"/>
          <p:cNvGrpSpPr/>
          <p:nvPr/>
        </p:nvGrpSpPr>
        <p:grpSpPr>
          <a:xfrm>
            <a:off x="514350" y="681560"/>
            <a:ext cx="3070438" cy="272859"/>
            <a:chOff x="0" y="0"/>
            <a:chExt cx="1876837" cy="166788"/>
          </a:xfrm>
        </p:grpSpPr>
        <p:sp>
          <p:nvSpPr>
            <p:cNvPr id="13" name="Freeform 13"/>
            <p:cNvSpPr/>
            <p:nvPr/>
          </p:nvSpPr>
          <p:spPr>
            <a:xfrm>
              <a:off x="0" y="0"/>
              <a:ext cx="1876837" cy="166788"/>
            </a:xfrm>
            <a:custGeom>
              <a:avLst/>
              <a:gdLst/>
              <a:ahLst/>
              <a:cxnLst/>
              <a:rect l="l" t="t" r="r" b="b"/>
              <a:pathLst>
                <a:path w="1876837" h="166788">
                  <a:moveTo>
                    <a:pt x="0" y="0"/>
                  </a:moveTo>
                  <a:lnTo>
                    <a:pt x="1876837" y="0"/>
                  </a:lnTo>
                  <a:lnTo>
                    <a:pt x="1876837" y="166788"/>
                  </a:lnTo>
                  <a:lnTo>
                    <a:pt x="0" y="166788"/>
                  </a:lnTo>
                  <a:close/>
                </a:path>
              </a:pathLst>
            </a:custGeom>
            <a:solidFill>
              <a:srgbClr val="FFCFCF"/>
            </a:solidFill>
          </p:spPr>
        </p:sp>
      </p:grpSp>
      <p:sp>
        <p:nvSpPr>
          <p:cNvPr id="15" name="TextBox 14">
            <a:extLst>
              <a:ext uri="{FF2B5EF4-FFF2-40B4-BE49-F238E27FC236}">
                <a16:creationId xmlns:a16="http://schemas.microsoft.com/office/drawing/2014/main" id="{CC72C28C-EFBA-29C8-14D8-7623544FD1E1}"/>
              </a:ext>
            </a:extLst>
          </p:cNvPr>
          <p:cNvSpPr txBox="1"/>
          <p:nvPr/>
        </p:nvSpPr>
        <p:spPr>
          <a:xfrm>
            <a:off x="448816" y="599475"/>
            <a:ext cx="3078219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200" b="1" dirty="0"/>
              <a:t>Links</a:t>
            </a:r>
            <a:endParaRPr lang="en-IN" sz="2100" b="1" dirty="0"/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BA9E69D6-D4D5-3433-31D4-8C4612896A66}"/>
              </a:ext>
            </a:extLst>
          </p:cNvPr>
          <p:cNvSpPr txBox="1"/>
          <p:nvPr/>
        </p:nvSpPr>
        <p:spPr>
          <a:xfrm>
            <a:off x="464056" y="1110544"/>
            <a:ext cx="8290477" cy="258532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en-US" sz="1800" dirty="0"/>
              <a:t>HTML links are hyperlinks. You can click on a link and jump to another document.</a:t>
            </a:r>
          </a:p>
          <a:p>
            <a:pPr algn="l"/>
            <a:r>
              <a:rPr lang="en-US" sz="1800" dirty="0"/>
              <a:t>When you move the mouse over a link, the mouse arrow will turn into a little hand. Links are found in nearly all web pages. Links allow users to click their way from page to page</a:t>
            </a:r>
          </a:p>
          <a:p>
            <a:pPr algn="l"/>
            <a:r>
              <a:rPr lang="en-US" sz="1800" dirty="0"/>
              <a:t>Links are appear as follows in browser:</a:t>
            </a:r>
          </a:p>
          <a:p>
            <a:pPr marL="400050" lvl="1" indent="-171450">
              <a:buFont typeface="Wingdings" panose="05000000000000000000" pitchFamily="2" charset="2"/>
              <a:buChar char="§"/>
            </a:pPr>
            <a:r>
              <a:rPr lang="en-US" sz="1800" dirty="0"/>
              <a:t>An unvisited link is underlined and blue</a:t>
            </a:r>
          </a:p>
          <a:p>
            <a:pPr marL="400050" lvl="1" indent="-171450">
              <a:buFont typeface="Wingdings" panose="05000000000000000000" pitchFamily="2" charset="2"/>
              <a:buChar char="§"/>
            </a:pPr>
            <a:r>
              <a:rPr lang="en-US" sz="1800" dirty="0"/>
              <a:t>A visited link is underlined and purple</a:t>
            </a:r>
          </a:p>
          <a:p>
            <a:pPr marL="400050" lvl="1" indent="-171450">
              <a:buFont typeface="Wingdings" panose="05000000000000000000" pitchFamily="2" charset="2"/>
              <a:buChar char="§"/>
            </a:pPr>
            <a:r>
              <a:rPr lang="en-US" sz="1800" dirty="0"/>
              <a:t>An active link is underlined and red</a:t>
            </a:r>
          </a:p>
        </p:txBody>
      </p:sp>
    </p:spTree>
    <p:extLst>
      <p:ext uri="{BB962C8B-B14F-4D97-AF65-F5344CB8AC3E}">
        <p14:creationId xmlns:p14="http://schemas.microsoft.com/office/powerpoint/2010/main" val="232778119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>
            <a:alphaModFix amt="6000"/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rcRect/>
          <a:stretch>
            <a:fillRect/>
          </a:stretch>
        </p:blipFill>
        <p:spPr>
          <a:xfrm flipH="1">
            <a:off x="-9815" y="0"/>
            <a:ext cx="1163811" cy="1163811"/>
          </a:xfrm>
          <a:prstGeom prst="rect">
            <a:avLst/>
          </a:prstGeom>
        </p:spPr>
      </p:pic>
      <p:pic>
        <p:nvPicPr>
          <p:cNvPr id="3" name="Picture 3"/>
          <p:cNvPicPr>
            <a:picLocks noChangeAspect="1"/>
          </p:cNvPicPr>
          <p:nvPr/>
        </p:nvPicPr>
        <p:blipFill>
          <a:blip r:embed="rId2" cstate="print">
            <a:alphaModFix amt="6000"/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rcRect/>
          <a:stretch>
            <a:fillRect/>
          </a:stretch>
        </p:blipFill>
        <p:spPr>
          <a:xfrm flipH="1">
            <a:off x="8072956" y="4072456"/>
            <a:ext cx="1071044" cy="1071044"/>
          </a:xfrm>
          <a:prstGeom prst="rect">
            <a:avLst/>
          </a:prstGeom>
        </p:spPr>
      </p:pic>
      <p:grpSp>
        <p:nvGrpSpPr>
          <p:cNvPr id="4" name="Group 4"/>
          <p:cNvGrpSpPr/>
          <p:nvPr/>
        </p:nvGrpSpPr>
        <p:grpSpPr>
          <a:xfrm>
            <a:off x="8751721" y="0"/>
            <a:ext cx="392279" cy="914768"/>
            <a:chOff x="0" y="0"/>
            <a:chExt cx="286209" cy="667420"/>
          </a:xfrm>
        </p:grpSpPr>
        <p:sp>
          <p:nvSpPr>
            <p:cNvPr id="5" name="Freeform 5"/>
            <p:cNvSpPr/>
            <p:nvPr/>
          </p:nvSpPr>
          <p:spPr>
            <a:xfrm>
              <a:off x="0" y="0"/>
              <a:ext cx="286209" cy="667419"/>
            </a:xfrm>
            <a:custGeom>
              <a:avLst/>
              <a:gdLst/>
              <a:ahLst/>
              <a:cxnLst/>
              <a:rect l="l" t="t" r="r" b="b"/>
              <a:pathLst>
                <a:path w="286209" h="667419">
                  <a:moveTo>
                    <a:pt x="0" y="0"/>
                  </a:moveTo>
                  <a:lnTo>
                    <a:pt x="286209" y="0"/>
                  </a:lnTo>
                  <a:lnTo>
                    <a:pt x="286209" y="667419"/>
                  </a:lnTo>
                  <a:lnTo>
                    <a:pt x="0" y="667419"/>
                  </a:lnTo>
                  <a:close/>
                </a:path>
              </a:pathLst>
            </a:custGeom>
            <a:solidFill>
              <a:srgbClr val="FF9D8F"/>
            </a:solidFill>
          </p:spPr>
        </p:sp>
      </p:grpSp>
      <p:grpSp>
        <p:nvGrpSpPr>
          <p:cNvPr id="6" name="Group 6"/>
          <p:cNvGrpSpPr/>
          <p:nvPr/>
        </p:nvGrpSpPr>
        <p:grpSpPr>
          <a:xfrm>
            <a:off x="8751721" y="4454699"/>
            <a:ext cx="392279" cy="1377603"/>
            <a:chOff x="0" y="0"/>
            <a:chExt cx="286209" cy="1005107"/>
          </a:xfrm>
        </p:grpSpPr>
        <p:sp>
          <p:nvSpPr>
            <p:cNvPr id="7" name="Freeform 7"/>
            <p:cNvSpPr/>
            <p:nvPr/>
          </p:nvSpPr>
          <p:spPr>
            <a:xfrm>
              <a:off x="0" y="0"/>
              <a:ext cx="286209" cy="1005107"/>
            </a:xfrm>
            <a:custGeom>
              <a:avLst/>
              <a:gdLst/>
              <a:ahLst/>
              <a:cxnLst/>
              <a:rect l="l" t="t" r="r" b="b"/>
              <a:pathLst>
                <a:path w="286209" h="1005107">
                  <a:moveTo>
                    <a:pt x="0" y="0"/>
                  </a:moveTo>
                  <a:lnTo>
                    <a:pt x="286209" y="0"/>
                  </a:lnTo>
                  <a:lnTo>
                    <a:pt x="286209" y="1005107"/>
                  </a:lnTo>
                  <a:lnTo>
                    <a:pt x="0" y="1005107"/>
                  </a:lnTo>
                  <a:close/>
                </a:path>
              </a:pathLst>
            </a:custGeom>
            <a:solidFill>
              <a:srgbClr val="FFEAEA"/>
            </a:solidFill>
          </p:spPr>
        </p:sp>
      </p:grpSp>
      <p:grpSp>
        <p:nvGrpSpPr>
          <p:cNvPr id="8" name="Group 8"/>
          <p:cNvGrpSpPr/>
          <p:nvPr/>
        </p:nvGrpSpPr>
        <p:grpSpPr>
          <a:xfrm>
            <a:off x="0" y="4247304"/>
            <a:ext cx="897632" cy="896196"/>
            <a:chOff x="0" y="0"/>
            <a:chExt cx="6350000" cy="6339840"/>
          </a:xfrm>
        </p:grpSpPr>
        <p:sp>
          <p:nvSpPr>
            <p:cNvPr id="9" name="Freeform 9"/>
            <p:cNvSpPr/>
            <p:nvPr/>
          </p:nvSpPr>
          <p:spPr>
            <a:xfrm>
              <a:off x="0" y="0"/>
              <a:ext cx="6350000" cy="6339840"/>
            </a:xfrm>
            <a:custGeom>
              <a:avLst/>
              <a:gdLst/>
              <a:ahLst/>
              <a:cxnLst/>
              <a:rect l="l" t="t" r="r" b="b"/>
              <a:pathLst>
                <a:path w="6350000" h="6339840">
                  <a:moveTo>
                    <a:pt x="6350000" y="6339840"/>
                  </a:moveTo>
                  <a:lnTo>
                    <a:pt x="0" y="6339840"/>
                  </a:lnTo>
                  <a:lnTo>
                    <a:pt x="0" y="0"/>
                  </a:lnTo>
                  <a:lnTo>
                    <a:pt x="6350000" y="6339840"/>
                  </a:lnTo>
                  <a:close/>
                </a:path>
              </a:pathLst>
            </a:custGeom>
            <a:solidFill>
              <a:srgbClr val="E6F0FF"/>
            </a:solidFill>
          </p:spPr>
        </p:sp>
      </p:grpSp>
      <p:grpSp>
        <p:nvGrpSpPr>
          <p:cNvPr id="10" name="Group 10"/>
          <p:cNvGrpSpPr/>
          <p:nvPr/>
        </p:nvGrpSpPr>
        <p:grpSpPr>
          <a:xfrm rot="5400000">
            <a:off x="-10533" y="0"/>
            <a:ext cx="897632" cy="896196"/>
            <a:chOff x="0" y="0"/>
            <a:chExt cx="6350000" cy="6339840"/>
          </a:xfrm>
        </p:grpSpPr>
        <p:sp>
          <p:nvSpPr>
            <p:cNvPr id="11" name="Freeform 11"/>
            <p:cNvSpPr/>
            <p:nvPr/>
          </p:nvSpPr>
          <p:spPr>
            <a:xfrm>
              <a:off x="0" y="0"/>
              <a:ext cx="6350000" cy="6339840"/>
            </a:xfrm>
            <a:custGeom>
              <a:avLst/>
              <a:gdLst/>
              <a:ahLst/>
              <a:cxnLst/>
              <a:rect l="l" t="t" r="r" b="b"/>
              <a:pathLst>
                <a:path w="6350000" h="6339840">
                  <a:moveTo>
                    <a:pt x="6350000" y="6339840"/>
                  </a:moveTo>
                  <a:lnTo>
                    <a:pt x="0" y="6339840"/>
                  </a:lnTo>
                  <a:lnTo>
                    <a:pt x="0" y="0"/>
                  </a:lnTo>
                  <a:lnTo>
                    <a:pt x="6350000" y="6339840"/>
                  </a:lnTo>
                  <a:close/>
                </a:path>
              </a:pathLst>
            </a:custGeom>
            <a:solidFill>
              <a:srgbClr val="E6F0FF"/>
            </a:solidFill>
          </p:spPr>
        </p:sp>
      </p:grpSp>
      <p:grpSp>
        <p:nvGrpSpPr>
          <p:cNvPr id="12" name="Group 12"/>
          <p:cNvGrpSpPr/>
          <p:nvPr/>
        </p:nvGrpSpPr>
        <p:grpSpPr>
          <a:xfrm>
            <a:off x="514350" y="681560"/>
            <a:ext cx="3070438" cy="272859"/>
            <a:chOff x="0" y="0"/>
            <a:chExt cx="1876837" cy="166788"/>
          </a:xfrm>
        </p:grpSpPr>
        <p:sp>
          <p:nvSpPr>
            <p:cNvPr id="13" name="Freeform 13"/>
            <p:cNvSpPr/>
            <p:nvPr/>
          </p:nvSpPr>
          <p:spPr>
            <a:xfrm>
              <a:off x="0" y="0"/>
              <a:ext cx="1876837" cy="166788"/>
            </a:xfrm>
            <a:custGeom>
              <a:avLst/>
              <a:gdLst/>
              <a:ahLst/>
              <a:cxnLst/>
              <a:rect l="l" t="t" r="r" b="b"/>
              <a:pathLst>
                <a:path w="1876837" h="166788">
                  <a:moveTo>
                    <a:pt x="0" y="0"/>
                  </a:moveTo>
                  <a:lnTo>
                    <a:pt x="1876837" y="0"/>
                  </a:lnTo>
                  <a:lnTo>
                    <a:pt x="1876837" y="166788"/>
                  </a:lnTo>
                  <a:lnTo>
                    <a:pt x="0" y="166788"/>
                  </a:lnTo>
                  <a:close/>
                </a:path>
              </a:pathLst>
            </a:custGeom>
            <a:solidFill>
              <a:srgbClr val="FFCFCF"/>
            </a:solidFill>
          </p:spPr>
        </p:sp>
      </p:grpSp>
      <p:sp>
        <p:nvSpPr>
          <p:cNvPr id="49" name="TextBox 48">
            <a:extLst>
              <a:ext uri="{FF2B5EF4-FFF2-40B4-BE49-F238E27FC236}">
                <a16:creationId xmlns:a16="http://schemas.microsoft.com/office/drawing/2014/main" id="{F50BC980-DCB5-2482-6BF6-534500990216}"/>
              </a:ext>
            </a:extLst>
          </p:cNvPr>
          <p:cNvSpPr txBox="1"/>
          <p:nvPr/>
        </p:nvSpPr>
        <p:spPr>
          <a:xfrm>
            <a:off x="438283" y="599169"/>
            <a:ext cx="4922520" cy="4154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100" b="1" dirty="0"/>
              <a:t>Lists, block &amp; Inline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34701E99-EFBE-1671-52E3-C54A82BCA958}"/>
              </a:ext>
            </a:extLst>
          </p:cNvPr>
          <p:cNvSpPr txBox="1"/>
          <p:nvPr/>
        </p:nvSpPr>
        <p:spPr>
          <a:xfrm>
            <a:off x="518066" y="985278"/>
            <a:ext cx="8290477" cy="41960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sz="1800" b="1" dirty="0"/>
              <a:t>Lists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1800" dirty="0"/>
              <a:t>We group related data into list on web browser.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1800" dirty="0"/>
              <a:t>There are three types of  list: </a:t>
            </a:r>
          </a:p>
          <a:p>
            <a:pPr marL="714375" lvl="1" indent="-371475">
              <a:lnSpc>
                <a:spcPct val="150000"/>
              </a:lnSpc>
              <a:buFont typeface="+mj-lt"/>
              <a:buAutoNum type="arabicPeriod"/>
            </a:pPr>
            <a:r>
              <a:rPr lang="en-US" sz="1800" dirty="0"/>
              <a:t> Unordered List</a:t>
            </a:r>
          </a:p>
          <a:p>
            <a:pPr marL="714375" lvl="1" indent="-371475">
              <a:lnSpc>
                <a:spcPct val="150000"/>
              </a:lnSpc>
              <a:buFont typeface="+mj-lt"/>
              <a:buAutoNum type="arabicPeriod"/>
            </a:pPr>
            <a:r>
              <a:rPr lang="en-US" sz="1800" dirty="0"/>
              <a:t> Ordered List</a:t>
            </a:r>
          </a:p>
          <a:p>
            <a:pPr marL="714375" lvl="1" indent="-371475">
              <a:lnSpc>
                <a:spcPct val="150000"/>
              </a:lnSpc>
              <a:buFont typeface="+mj-lt"/>
              <a:buAutoNum type="arabicPeriod"/>
            </a:pPr>
            <a:r>
              <a:rPr lang="en-US" sz="1800" dirty="0"/>
              <a:t> Description List</a:t>
            </a:r>
          </a:p>
          <a:p>
            <a:pPr>
              <a:lnSpc>
                <a:spcPct val="150000"/>
              </a:lnSpc>
            </a:pPr>
            <a:r>
              <a:rPr lang="en-US" sz="1800" b="1" dirty="0"/>
              <a:t>Block &amp; Inline Elements</a:t>
            </a:r>
          </a:p>
          <a:p>
            <a:pPr>
              <a:lnSpc>
                <a:spcPct val="150000"/>
              </a:lnSpc>
            </a:pPr>
            <a:endParaRPr lang="en-US" sz="1800" b="1" dirty="0"/>
          </a:p>
          <a:p>
            <a:pPr>
              <a:lnSpc>
                <a:spcPct val="150000"/>
              </a:lnSpc>
            </a:pPr>
            <a:endParaRPr lang="en-US" sz="1800" b="1" dirty="0"/>
          </a:p>
          <a:p>
            <a:pPr>
              <a:lnSpc>
                <a:spcPct val="150000"/>
              </a:lnSpc>
            </a:pPr>
            <a:endParaRPr lang="en-US" sz="1800" b="1" dirty="0"/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4">
            <p14:nvContentPartPr>
              <p14:cNvPr id="15" name="Ink 14">
                <a:extLst>
                  <a:ext uri="{FF2B5EF4-FFF2-40B4-BE49-F238E27FC236}">
                    <a16:creationId xmlns:a16="http://schemas.microsoft.com/office/drawing/2014/main" id="{EA9CBEC2-B44A-CAE6-835B-5189D91CC9E0}"/>
                  </a:ext>
                </a:extLst>
              </p14:cNvPr>
              <p14:cNvContentPartPr/>
              <p14:nvPr/>
            </p14:nvContentPartPr>
            <p14:xfrm>
              <a:off x="2329860" y="2019360"/>
              <a:ext cx="41400" cy="28080"/>
            </p14:xfrm>
          </p:contentPart>
        </mc:Choice>
        <mc:Fallback xmlns="">
          <p:pic>
            <p:nvPicPr>
              <p:cNvPr id="15" name="Ink 14">
                <a:extLst>
                  <a:ext uri="{FF2B5EF4-FFF2-40B4-BE49-F238E27FC236}">
                    <a16:creationId xmlns:a16="http://schemas.microsoft.com/office/drawing/2014/main" id="{EA9CBEC2-B44A-CAE6-835B-5189D91CC9E0}"/>
                  </a:ext>
                </a:extLst>
              </p:cNvPr>
              <p:cNvPicPr/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2321220" y="2010360"/>
                <a:ext cx="59040" cy="457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6">
            <p14:nvContentPartPr>
              <p14:cNvPr id="16" name="Ink 15">
                <a:extLst>
                  <a:ext uri="{FF2B5EF4-FFF2-40B4-BE49-F238E27FC236}">
                    <a16:creationId xmlns:a16="http://schemas.microsoft.com/office/drawing/2014/main" id="{BC3AA4E9-DC3F-4FA4-E89B-C4179A898E7D}"/>
                  </a:ext>
                </a:extLst>
              </p14:cNvPr>
              <p14:cNvContentPartPr/>
              <p14:nvPr/>
            </p14:nvContentPartPr>
            <p14:xfrm>
              <a:off x="2454780" y="2161560"/>
              <a:ext cx="38520" cy="18360"/>
            </p14:xfrm>
          </p:contentPart>
        </mc:Choice>
        <mc:Fallback xmlns="">
          <p:pic>
            <p:nvPicPr>
              <p:cNvPr id="16" name="Ink 15">
                <a:extLst>
                  <a:ext uri="{FF2B5EF4-FFF2-40B4-BE49-F238E27FC236}">
                    <a16:creationId xmlns:a16="http://schemas.microsoft.com/office/drawing/2014/main" id="{BC3AA4E9-DC3F-4FA4-E89B-C4179A898E7D}"/>
                  </a:ext>
                </a:extLst>
              </p:cNvPr>
              <p:cNvPicPr/>
              <p:nvPr/>
            </p:nvPicPr>
            <p:blipFill>
              <a:blip r:embed="rId7"/>
              <a:stretch>
                <a:fillRect/>
              </a:stretch>
            </p:blipFill>
            <p:spPr>
              <a:xfrm>
                <a:off x="2446140" y="2152920"/>
                <a:ext cx="56160" cy="36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8">
            <p14:nvContentPartPr>
              <p14:cNvPr id="26" name="Ink 25">
                <a:extLst>
                  <a:ext uri="{FF2B5EF4-FFF2-40B4-BE49-F238E27FC236}">
                    <a16:creationId xmlns:a16="http://schemas.microsoft.com/office/drawing/2014/main" id="{6E75BD07-AA63-EF7A-1030-6BA05D121277}"/>
                  </a:ext>
                </a:extLst>
              </p14:cNvPr>
              <p14:cNvContentPartPr/>
              <p14:nvPr/>
            </p14:nvContentPartPr>
            <p14:xfrm>
              <a:off x="3679500" y="3657360"/>
              <a:ext cx="84600" cy="30240"/>
            </p14:xfrm>
          </p:contentPart>
        </mc:Choice>
        <mc:Fallback xmlns="">
          <p:pic>
            <p:nvPicPr>
              <p:cNvPr id="26" name="Ink 25">
                <a:extLst>
                  <a:ext uri="{FF2B5EF4-FFF2-40B4-BE49-F238E27FC236}">
                    <a16:creationId xmlns:a16="http://schemas.microsoft.com/office/drawing/2014/main" id="{6E75BD07-AA63-EF7A-1030-6BA05D121277}"/>
                  </a:ext>
                </a:extLst>
              </p:cNvPr>
              <p:cNvPicPr/>
              <p:nvPr/>
            </p:nvPicPr>
            <p:blipFill>
              <a:blip r:embed="rId9"/>
              <a:stretch>
                <a:fillRect/>
              </a:stretch>
            </p:blipFill>
            <p:spPr>
              <a:xfrm>
                <a:off x="3670860" y="3648720"/>
                <a:ext cx="102240" cy="47880"/>
              </a:xfrm>
              <a:prstGeom prst="rect">
                <a:avLst/>
              </a:prstGeom>
            </p:spPr>
          </p:pic>
        </mc:Fallback>
      </mc:AlternateContent>
      <p:sp>
        <p:nvSpPr>
          <p:cNvPr id="28" name="TextBox 27">
            <a:extLst>
              <a:ext uri="{FF2B5EF4-FFF2-40B4-BE49-F238E27FC236}">
                <a16:creationId xmlns:a16="http://schemas.microsoft.com/office/drawing/2014/main" id="{7D0CA823-B4C1-E35C-9D7F-560776ECCED4}"/>
              </a:ext>
            </a:extLst>
          </p:cNvPr>
          <p:cNvSpPr txBox="1"/>
          <p:nvPr/>
        </p:nvSpPr>
        <p:spPr>
          <a:xfrm>
            <a:off x="572090" y="4058160"/>
            <a:ext cx="4575810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dirty="0"/>
              <a:t>https://file-examples.com/index.php/sample-audio-files/</a:t>
            </a:r>
          </a:p>
        </p:txBody>
      </p:sp>
    </p:spTree>
    <p:extLst>
      <p:ext uri="{BB962C8B-B14F-4D97-AF65-F5344CB8AC3E}">
        <p14:creationId xmlns:p14="http://schemas.microsoft.com/office/powerpoint/2010/main" val="166977590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>
            <a:alphaModFix amt="6000"/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rcRect/>
          <a:stretch>
            <a:fillRect/>
          </a:stretch>
        </p:blipFill>
        <p:spPr>
          <a:xfrm flipH="1">
            <a:off x="-9815" y="0"/>
            <a:ext cx="1163811" cy="1163811"/>
          </a:xfrm>
          <a:prstGeom prst="rect">
            <a:avLst/>
          </a:prstGeom>
        </p:spPr>
      </p:pic>
      <p:pic>
        <p:nvPicPr>
          <p:cNvPr id="3" name="Picture 3"/>
          <p:cNvPicPr>
            <a:picLocks noChangeAspect="1"/>
          </p:cNvPicPr>
          <p:nvPr/>
        </p:nvPicPr>
        <p:blipFill>
          <a:blip r:embed="rId2" cstate="print">
            <a:alphaModFix amt="6000"/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rcRect/>
          <a:stretch>
            <a:fillRect/>
          </a:stretch>
        </p:blipFill>
        <p:spPr>
          <a:xfrm flipH="1">
            <a:off x="8072956" y="4072456"/>
            <a:ext cx="1071044" cy="1071044"/>
          </a:xfrm>
          <a:prstGeom prst="rect">
            <a:avLst/>
          </a:prstGeom>
        </p:spPr>
      </p:pic>
      <p:grpSp>
        <p:nvGrpSpPr>
          <p:cNvPr id="4" name="Group 4"/>
          <p:cNvGrpSpPr/>
          <p:nvPr/>
        </p:nvGrpSpPr>
        <p:grpSpPr>
          <a:xfrm>
            <a:off x="8751721" y="0"/>
            <a:ext cx="392279" cy="914768"/>
            <a:chOff x="0" y="0"/>
            <a:chExt cx="286209" cy="667420"/>
          </a:xfrm>
        </p:grpSpPr>
        <p:sp>
          <p:nvSpPr>
            <p:cNvPr id="5" name="Freeform 5"/>
            <p:cNvSpPr/>
            <p:nvPr/>
          </p:nvSpPr>
          <p:spPr>
            <a:xfrm>
              <a:off x="0" y="0"/>
              <a:ext cx="286209" cy="667419"/>
            </a:xfrm>
            <a:custGeom>
              <a:avLst/>
              <a:gdLst/>
              <a:ahLst/>
              <a:cxnLst/>
              <a:rect l="l" t="t" r="r" b="b"/>
              <a:pathLst>
                <a:path w="286209" h="667419">
                  <a:moveTo>
                    <a:pt x="0" y="0"/>
                  </a:moveTo>
                  <a:lnTo>
                    <a:pt x="286209" y="0"/>
                  </a:lnTo>
                  <a:lnTo>
                    <a:pt x="286209" y="667419"/>
                  </a:lnTo>
                  <a:lnTo>
                    <a:pt x="0" y="667419"/>
                  </a:lnTo>
                  <a:close/>
                </a:path>
              </a:pathLst>
            </a:custGeom>
            <a:solidFill>
              <a:srgbClr val="FF9D8F"/>
            </a:solidFill>
          </p:spPr>
        </p:sp>
      </p:grpSp>
      <p:grpSp>
        <p:nvGrpSpPr>
          <p:cNvPr id="6" name="Group 6"/>
          <p:cNvGrpSpPr/>
          <p:nvPr/>
        </p:nvGrpSpPr>
        <p:grpSpPr>
          <a:xfrm>
            <a:off x="8751721" y="4454699"/>
            <a:ext cx="392279" cy="1377603"/>
            <a:chOff x="0" y="0"/>
            <a:chExt cx="286209" cy="1005107"/>
          </a:xfrm>
        </p:grpSpPr>
        <p:sp>
          <p:nvSpPr>
            <p:cNvPr id="7" name="Freeform 7"/>
            <p:cNvSpPr/>
            <p:nvPr/>
          </p:nvSpPr>
          <p:spPr>
            <a:xfrm>
              <a:off x="0" y="0"/>
              <a:ext cx="286209" cy="1005107"/>
            </a:xfrm>
            <a:custGeom>
              <a:avLst/>
              <a:gdLst/>
              <a:ahLst/>
              <a:cxnLst/>
              <a:rect l="l" t="t" r="r" b="b"/>
              <a:pathLst>
                <a:path w="286209" h="1005107">
                  <a:moveTo>
                    <a:pt x="0" y="0"/>
                  </a:moveTo>
                  <a:lnTo>
                    <a:pt x="286209" y="0"/>
                  </a:lnTo>
                  <a:lnTo>
                    <a:pt x="286209" y="1005107"/>
                  </a:lnTo>
                  <a:lnTo>
                    <a:pt x="0" y="1005107"/>
                  </a:lnTo>
                  <a:close/>
                </a:path>
              </a:pathLst>
            </a:custGeom>
            <a:solidFill>
              <a:srgbClr val="FFEAEA"/>
            </a:solidFill>
          </p:spPr>
        </p:sp>
      </p:grpSp>
      <p:grpSp>
        <p:nvGrpSpPr>
          <p:cNvPr id="8" name="Group 8"/>
          <p:cNvGrpSpPr/>
          <p:nvPr/>
        </p:nvGrpSpPr>
        <p:grpSpPr>
          <a:xfrm>
            <a:off x="0" y="4247304"/>
            <a:ext cx="897632" cy="896196"/>
            <a:chOff x="0" y="0"/>
            <a:chExt cx="6350000" cy="6339840"/>
          </a:xfrm>
        </p:grpSpPr>
        <p:sp>
          <p:nvSpPr>
            <p:cNvPr id="9" name="Freeform 9"/>
            <p:cNvSpPr/>
            <p:nvPr/>
          </p:nvSpPr>
          <p:spPr>
            <a:xfrm>
              <a:off x="0" y="0"/>
              <a:ext cx="6350000" cy="6339840"/>
            </a:xfrm>
            <a:custGeom>
              <a:avLst/>
              <a:gdLst/>
              <a:ahLst/>
              <a:cxnLst/>
              <a:rect l="l" t="t" r="r" b="b"/>
              <a:pathLst>
                <a:path w="6350000" h="6339840">
                  <a:moveTo>
                    <a:pt x="6350000" y="6339840"/>
                  </a:moveTo>
                  <a:lnTo>
                    <a:pt x="0" y="6339840"/>
                  </a:lnTo>
                  <a:lnTo>
                    <a:pt x="0" y="0"/>
                  </a:lnTo>
                  <a:lnTo>
                    <a:pt x="6350000" y="6339840"/>
                  </a:lnTo>
                  <a:close/>
                </a:path>
              </a:pathLst>
            </a:custGeom>
            <a:solidFill>
              <a:srgbClr val="E6F0FF"/>
            </a:solidFill>
          </p:spPr>
        </p:sp>
      </p:grpSp>
      <p:grpSp>
        <p:nvGrpSpPr>
          <p:cNvPr id="10" name="Group 10"/>
          <p:cNvGrpSpPr/>
          <p:nvPr/>
        </p:nvGrpSpPr>
        <p:grpSpPr>
          <a:xfrm rot="5400000">
            <a:off x="-10533" y="0"/>
            <a:ext cx="897632" cy="896196"/>
            <a:chOff x="0" y="0"/>
            <a:chExt cx="6350000" cy="6339840"/>
          </a:xfrm>
        </p:grpSpPr>
        <p:sp>
          <p:nvSpPr>
            <p:cNvPr id="11" name="Freeform 11"/>
            <p:cNvSpPr/>
            <p:nvPr/>
          </p:nvSpPr>
          <p:spPr>
            <a:xfrm>
              <a:off x="0" y="0"/>
              <a:ext cx="6350000" cy="6339840"/>
            </a:xfrm>
            <a:custGeom>
              <a:avLst/>
              <a:gdLst/>
              <a:ahLst/>
              <a:cxnLst/>
              <a:rect l="l" t="t" r="r" b="b"/>
              <a:pathLst>
                <a:path w="6350000" h="6339840">
                  <a:moveTo>
                    <a:pt x="6350000" y="6339840"/>
                  </a:moveTo>
                  <a:lnTo>
                    <a:pt x="0" y="6339840"/>
                  </a:lnTo>
                  <a:lnTo>
                    <a:pt x="0" y="0"/>
                  </a:lnTo>
                  <a:lnTo>
                    <a:pt x="6350000" y="6339840"/>
                  </a:lnTo>
                  <a:close/>
                </a:path>
              </a:pathLst>
            </a:custGeom>
            <a:solidFill>
              <a:srgbClr val="E6F0FF"/>
            </a:solidFill>
          </p:spPr>
        </p:sp>
      </p:grpSp>
      <p:grpSp>
        <p:nvGrpSpPr>
          <p:cNvPr id="12" name="Group 12"/>
          <p:cNvGrpSpPr/>
          <p:nvPr/>
        </p:nvGrpSpPr>
        <p:grpSpPr>
          <a:xfrm>
            <a:off x="514350" y="681560"/>
            <a:ext cx="3070438" cy="272859"/>
            <a:chOff x="0" y="0"/>
            <a:chExt cx="1876837" cy="166788"/>
          </a:xfrm>
        </p:grpSpPr>
        <p:sp>
          <p:nvSpPr>
            <p:cNvPr id="13" name="Freeform 13"/>
            <p:cNvSpPr/>
            <p:nvPr/>
          </p:nvSpPr>
          <p:spPr>
            <a:xfrm>
              <a:off x="0" y="0"/>
              <a:ext cx="1876837" cy="166788"/>
            </a:xfrm>
            <a:custGeom>
              <a:avLst/>
              <a:gdLst/>
              <a:ahLst/>
              <a:cxnLst/>
              <a:rect l="l" t="t" r="r" b="b"/>
              <a:pathLst>
                <a:path w="1876837" h="166788">
                  <a:moveTo>
                    <a:pt x="0" y="0"/>
                  </a:moveTo>
                  <a:lnTo>
                    <a:pt x="1876837" y="0"/>
                  </a:lnTo>
                  <a:lnTo>
                    <a:pt x="1876837" y="166788"/>
                  </a:lnTo>
                  <a:lnTo>
                    <a:pt x="0" y="166788"/>
                  </a:lnTo>
                  <a:close/>
                </a:path>
              </a:pathLst>
            </a:custGeom>
            <a:solidFill>
              <a:srgbClr val="FFCFCF"/>
            </a:solidFill>
          </p:spPr>
        </p:sp>
      </p:grpSp>
      <p:sp>
        <p:nvSpPr>
          <p:cNvPr id="14" name="TextBox 13">
            <a:extLst>
              <a:ext uri="{FF2B5EF4-FFF2-40B4-BE49-F238E27FC236}">
                <a16:creationId xmlns:a16="http://schemas.microsoft.com/office/drawing/2014/main" id="{74C0AE40-F514-F32F-AF15-2AE30C485D0A}"/>
              </a:ext>
            </a:extLst>
          </p:cNvPr>
          <p:cNvSpPr txBox="1"/>
          <p:nvPr/>
        </p:nvSpPr>
        <p:spPr>
          <a:xfrm>
            <a:off x="448816" y="600973"/>
            <a:ext cx="4922520" cy="4154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100" b="1" dirty="0"/>
              <a:t>Tables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84FB147E-1A45-18B7-50EE-858CA0D0950E}"/>
              </a:ext>
            </a:extLst>
          </p:cNvPr>
          <p:cNvSpPr txBox="1"/>
          <p:nvPr/>
        </p:nvSpPr>
        <p:spPr>
          <a:xfrm>
            <a:off x="521970" y="1073976"/>
            <a:ext cx="8290477" cy="23955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sz="1800" dirty="0"/>
              <a:t>HTML tables allow us to organize data into rows and columns.</a:t>
            </a:r>
            <a:endParaRPr lang="en-US" sz="1800" b="1" dirty="0"/>
          </a:p>
          <a:p>
            <a:pPr marL="600075" lvl="1" indent="-257175">
              <a:buFont typeface="Arial" panose="020B0604020202020204" pitchFamily="34" charset="0"/>
              <a:buChar char="•"/>
            </a:pPr>
            <a:r>
              <a:rPr lang="en-US" sz="1800" dirty="0"/>
              <a:t> </a:t>
            </a:r>
            <a:r>
              <a:rPr lang="en-US" sz="1800" b="1" dirty="0"/>
              <a:t>tr: </a:t>
            </a:r>
            <a:r>
              <a:rPr lang="en-US" sz="1800" dirty="0"/>
              <a:t>define each row</a:t>
            </a:r>
          </a:p>
          <a:p>
            <a:pPr marL="600075" lvl="1" indent="-257175">
              <a:buFont typeface="Arial" panose="020B0604020202020204" pitchFamily="34" charset="0"/>
              <a:buChar char="•"/>
            </a:pPr>
            <a:r>
              <a:rPr lang="en-US" sz="1800" dirty="0"/>
              <a:t> </a:t>
            </a:r>
            <a:r>
              <a:rPr lang="en-US" sz="1800" b="1" dirty="0"/>
              <a:t>td: </a:t>
            </a:r>
            <a:r>
              <a:rPr lang="en-US" sz="1800" dirty="0"/>
              <a:t>define each table cell/ they are data containers</a:t>
            </a:r>
          </a:p>
          <a:p>
            <a:pPr marL="600075" lvl="1" indent="-257175">
              <a:buFont typeface="Arial" panose="020B0604020202020204" pitchFamily="34" charset="0"/>
              <a:buChar char="•"/>
            </a:pPr>
            <a:r>
              <a:rPr lang="en-US" sz="1800" b="1" dirty="0"/>
              <a:t> </a:t>
            </a:r>
            <a:r>
              <a:rPr lang="en-US" sz="1800" b="1" dirty="0" err="1"/>
              <a:t>th</a:t>
            </a:r>
            <a:r>
              <a:rPr lang="en-US" sz="1800" b="1" dirty="0"/>
              <a:t>: </a:t>
            </a:r>
            <a:r>
              <a:rPr lang="en-US" sz="1800" dirty="0"/>
              <a:t>define the table header</a:t>
            </a:r>
          </a:p>
          <a:p>
            <a:pPr marL="600075" lvl="1" indent="-257175">
              <a:buFont typeface="Arial" panose="020B0604020202020204" pitchFamily="34" charset="0"/>
              <a:buChar char="•"/>
            </a:pPr>
            <a:r>
              <a:rPr lang="en-US" sz="1800" dirty="0"/>
              <a:t> </a:t>
            </a:r>
            <a:r>
              <a:rPr lang="en-US" sz="1800" b="1" dirty="0"/>
              <a:t>caption: </a:t>
            </a:r>
            <a:r>
              <a:rPr lang="en-US" sz="1800" dirty="0"/>
              <a:t>Use the HTML &lt;caption&gt; element to define a table caption</a:t>
            </a:r>
          </a:p>
          <a:p>
            <a:pPr>
              <a:lnSpc>
                <a:spcPct val="150000"/>
              </a:lnSpc>
            </a:pPr>
            <a:endParaRPr lang="en-US" sz="1800" b="1" dirty="0"/>
          </a:p>
          <a:p>
            <a:pPr>
              <a:lnSpc>
                <a:spcPct val="150000"/>
              </a:lnSpc>
            </a:pPr>
            <a:endParaRPr lang="en-US" sz="1800" b="1" dirty="0"/>
          </a:p>
        </p:txBody>
      </p:sp>
    </p:spTree>
    <p:extLst>
      <p:ext uri="{BB962C8B-B14F-4D97-AF65-F5344CB8AC3E}">
        <p14:creationId xmlns:p14="http://schemas.microsoft.com/office/powerpoint/2010/main" val="312335386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>
            <a:alphaModFix amt="6000"/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rcRect/>
          <a:stretch>
            <a:fillRect/>
          </a:stretch>
        </p:blipFill>
        <p:spPr>
          <a:xfrm flipH="1">
            <a:off x="-9815" y="0"/>
            <a:ext cx="1163811" cy="1163811"/>
          </a:xfrm>
          <a:prstGeom prst="rect">
            <a:avLst/>
          </a:prstGeom>
        </p:spPr>
      </p:pic>
      <p:pic>
        <p:nvPicPr>
          <p:cNvPr id="3" name="Picture 3"/>
          <p:cNvPicPr>
            <a:picLocks noChangeAspect="1"/>
          </p:cNvPicPr>
          <p:nvPr/>
        </p:nvPicPr>
        <p:blipFill>
          <a:blip r:embed="rId2" cstate="print">
            <a:alphaModFix amt="6000"/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rcRect/>
          <a:stretch>
            <a:fillRect/>
          </a:stretch>
        </p:blipFill>
        <p:spPr>
          <a:xfrm flipH="1">
            <a:off x="8072956" y="4072456"/>
            <a:ext cx="1071044" cy="1071044"/>
          </a:xfrm>
          <a:prstGeom prst="rect">
            <a:avLst/>
          </a:prstGeom>
        </p:spPr>
      </p:pic>
      <p:grpSp>
        <p:nvGrpSpPr>
          <p:cNvPr id="4" name="Group 4"/>
          <p:cNvGrpSpPr/>
          <p:nvPr/>
        </p:nvGrpSpPr>
        <p:grpSpPr>
          <a:xfrm>
            <a:off x="8751721" y="0"/>
            <a:ext cx="392279" cy="914768"/>
            <a:chOff x="0" y="0"/>
            <a:chExt cx="286209" cy="667420"/>
          </a:xfrm>
        </p:grpSpPr>
        <p:sp>
          <p:nvSpPr>
            <p:cNvPr id="5" name="Freeform 5"/>
            <p:cNvSpPr/>
            <p:nvPr/>
          </p:nvSpPr>
          <p:spPr>
            <a:xfrm>
              <a:off x="0" y="0"/>
              <a:ext cx="286209" cy="667419"/>
            </a:xfrm>
            <a:custGeom>
              <a:avLst/>
              <a:gdLst/>
              <a:ahLst/>
              <a:cxnLst/>
              <a:rect l="l" t="t" r="r" b="b"/>
              <a:pathLst>
                <a:path w="286209" h="667419">
                  <a:moveTo>
                    <a:pt x="0" y="0"/>
                  </a:moveTo>
                  <a:lnTo>
                    <a:pt x="286209" y="0"/>
                  </a:lnTo>
                  <a:lnTo>
                    <a:pt x="286209" y="667419"/>
                  </a:lnTo>
                  <a:lnTo>
                    <a:pt x="0" y="667419"/>
                  </a:lnTo>
                  <a:close/>
                </a:path>
              </a:pathLst>
            </a:custGeom>
            <a:solidFill>
              <a:srgbClr val="FF9D8F"/>
            </a:solidFill>
          </p:spPr>
        </p:sp>
      </p:grpSp>
      <p:grpSp>
        <p:nvGrpSpPr>
          <p:cNvPr id="6" name="Group 6"/>
          <p:cNvGrpSpPr/>
          <p:nvPr/>
        </p:nvGrpSpPr>
        <p:grpSpPr>
          <a:xfrm>
            <a:off x="8751721" y="4454699"/>
            <a:ext cx="392279" cy="1377603"/>
            <a:chOff x="0" y="0"/>
            <a:chExt cx="286209" cy="1005107"/>
          </a:xfrm>
        </p:grpSpPr>
        <p:sp>
          <p:nvSpPr>
            <p:cNvPr id="7" name="Freeform 7"/>
            <p:cNvSpPr/>
            <p:nvPr/>
          </p:nvSpPr>
          <p:spPr>
            <a:xfrm>
              <a:off x="0" y="0"/>
              <a:ext cx="286209" cy="1005107"/>
            </a:xfrm>
            <a:custGeom>
              <a:avLst/>
              <a:gdLst/>
              <a:ahLst/>
              <a:cxnLst/>
              <a:rect l="l" t="t" r="r" b="b"/>
              <a:pathLst>
                <a:path w="286209" h="1005107">
                  <a:moveTo>
                    <a:pt x="0" y="0"/>
                  </a:moveTo>
                  <a:lnTo>
                    <a:pt x="286209" y="0"/>
                  </a:lnTo>
                  <a:lnTo>
                    <a:pt x="286209" y="1005107"/>
                  </a:lnTo>
                  <a:lnTo>
                    <a:pt x="0" y="1005107"/>
                  </a:lnTo>
                  <a:close/>
                </a:path>
              </a:pathLst>
            </a:custGeom>
            <a:solidFill>
              <a:srgbClr val="FFEAEA"/>
            </a:solidFill>
          </p:spPr>
        </p:sp>
      </p:grpSp>
      <p:grpSp>
        <p:nvGrpSpPr>
          <p:cNvPr id="8" name="Group 8"/>
          <p:cNvGrpSpPr/>
          <p:nvPr/>
        </p:nvGrpSpPr>
        <p:grpSpPr>
          <a:xfrm>
            <a:off x="0" y="4247304"/>
            <a:ext cx="897632" cy="896196"/>
            <a:chOff x="0" y="0"/>
            <a:chExt cx="6350000" cy="6339840"/>
          </a:xfrm>
        </p:grpSpPr>
        <p:sp>
          <p:nvSpPr>
            <p:cNvPr id="9" name="Freeform 9"/>
            <p:cNvSpPr/>
            <p:nvPr/>
          </p:nvSpPr>
          <p:spPr>
            <a:xfrm>
              <a:off x="0" y="0"/>
              <a:ext cx="6350000" cy="6339840"/>
            </a:xfrm>
            <a:custGeom>
              <a:avLst/>
              <a:gdLst/>
              <a:ahLst/>
              <a:cxnLst/>
              <a:rect l="l" t="t" r="r" b="b"/>
              <a:pathLst>
                <a:path w="6350000" h="6339840">
                  <a:moveTo>
                    <a:pt x="6350000" y="6339840"/>
                  </a:moveTo>
                  <a:lnTo>
                    <a:pt x="0" y="6339840"/>
                  </a:lnTo>
                  <a:lnTo>
                    <a:pt x="0" y="0"/>
                  </a:lnTo>
                  <a:lnTo>
                    <a:pt x="6350000" y="6339840"/>
                  </a:lnTo>
                  <a:close/>
                </a:path>
              </a:pathLst>
            </a:custGeom>
            <a:solidFill>
              <a:srgbClr val="E6F0FF"/>
            </a:solidFill>
          </p:spPr>
        </p:sp>
      </p:grpSp>
      <p:grpSp>
        <p:nvGrpSpPr>
          <p:cNvPr id="10" name="Group 10"/>
          <p:cNvGrpSpPr/>
          <p:nvPr/>
        </p:nvGrpSpPr>
        <p:grpSpPr>
          <a:xfrm rot="5400000">
            <a:off x="-10533" y="0"/>
            <a:ext cx="897632" cy="896196"/>
            <a:chOff x="0" y="0"/>
            <a:chExt cx="6350000" cy="6339840"/>
          </a:xfrm>
        </p:grpSpPr>
        <p:sp>
          <p:nvSpPr>
            <p:cNvPr id="11" name="Freeform 11"/>
            <p:cNvSpPr/>
            <p:nvPr/>
          </p:nvSpPr>
          <p:spPr>
            <a:xfrm>
              <a:off x="0" y="0"/>
              <a:ext cx="6350000" cy="6339840"/>
            </a:xfrm>
            <a:custGeom>
              <a:avLst/>
              <a:gdLst/>
              <a:ahLst/>
              <a:cxnLst/>
              <a:rect l="l" t="t" r="r" b="b"/>
              <a:pathLst>
                <a:path w="6350000" h="6339840">
                  <a:moveTo>
                    <a:pt x="6350000" y="6339840"/>
                  </a:moveTo>
                  <a:lnTo>
                    <a:pt x="0" y="6339840"/>
                  </a:lnTo>
                  <a:lnTo>
                    <a:pt x="0" y="0"/>
                  </a:lnTo>
                  <a:lnTo>
                    <a:pt x="6350000" y="6339840"/>
                  </a:lnTo>
                  <a:close/>
                </a:path>
              </a:pathLst>
            </a:custGeom>
            <a:solidFill>
              <a:srgbClr val="E6F0FF"/>
            </a:solidFill>
          </p:spPr>
        </p:sp>
      </p:grpSp>
      <p:grpSp>
        <p:nvGrpSpPr>
          <p:cNvPr id="12" name="Group 12"/>
          <p:cNvGrpSpPr/>
          <p:nvPr/>
        </p:nvGrpSpPr>
        <p:grpSpPr>
          <a:xfrm>
            <a:off x="514350" y="681560"/>
            <a:ext cx="3070438" cy="272859"/>
            <a:chOff x="0" y="0"/>
            <a:chExt cx="1876837" cy="166788"/>
          </a:xfrm>
        </p:grpSpPr>
        <p:sp>
          <p:nvSpPr>
            <p:cNvPr id="13" name="Freeform 13"/>
            <p:cNvSpPr/>
            <p:nvPr/>
          </p:nvSpPr>
          <p:spPr>
            <a:xfrm>
              <a:off x="0" y="0"/>
              <a:ext cx="1876837" cy="166788"/>
            </a:xfrm>
            <a:custGeom>
              <a:avLst/>
              <a:gdLst/>
              <a:ahLst/>
              <a:cxnLst/>
              <a:rect l="l" t="t" r="r" b="b"/>
              <a:pathLst>
                <a:path w="1876837" h="166788">
                  <a:moveTo>
                    <a:pt x="0" y="0"/>
                  </a:moveTo>
                  <a:lnTo>
                    <a:pt x="1876837" y="0"/>
                  </a:lnTo>
                  <a:lnTo>
                    <a:pt x="1876837" y="166788"/>
                  </a:lnTo>
                  <a:lnTo>
                    <a:pt x="0" y="166788"/>
                  </a:lnTo>
                  <a:close/>
                </a:path>
              </a:pathLst>
            </a:custGeom>
            <a:solidFill>
              <a:srgbClr val="FFCFCF"/>
            </a:solidFill>
          </p:spPr>
        </p:sp>
      </p:grpSp>
      <p:sp>
        <p:nvSpPr>
          <p:cNvPr id="49" name="TextBox 48">
            <a:extLst>
              <a:ext uri="{FF2B5EF4-FFF2-40B4-BE49-F238E27FC236}">
                <a16:creationId xmlns:a16="http://schemas.microsoft.com/office/drawing/2014/main" id="{F50BC980-DCB5-2482-6BF6-534500990216}"/>
              </a:ext>
            </a:extLst>
          </p:cNvPr>
          <p:cNvSpPr txBox="1"/>
          <p:nvPr/>
        </p:nvSpPr>
        <p:spPr>
          <a:xfrm>
            <a:off x="448816" y="610240"/>
            <a:ext cx="4922520" cy="4154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100" b="1" dirty="0"/>
              <a:t>Forms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89839142-3DC1-ADA1-46CA-049E6C3FCE52}"/>
              </a:ext>
            </a:extLst>
          </p:cNvPr>
          <p:cNvSpPr txBox="1"/>
          <p:nvPr/>
        </p:nvSpPr>
        <p:spPr>
          <a:xfrm>
            <a:off x="514350" y="965849"/>
            <a:ext cx="8290477" cy="21185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sz="1800" dirty="0"/>
              <a:t>Forms is used to collect user input.</a:t>
            </a:r>
          </a:p>
          <a:p>
            <a:pPr>
              <a:lnSpc>
                <a:spcPct val="150000"/>
              </a:lnSpc>
            </a:pPr>
            <a:r>
              <a:rPr lang="en-US" sz="1800" dirty="0"/>
              <a:t>Form Elements: label input, select, option, </a:t>
            </a:r>
            <a:r>
              <a:rPr lang="en-US" sz="1800" dirty="0" err="1"/>
              <a:t>textarea</a:t>
            </a:r>
            <a:r>
              <a:rPr lang="en-US" sz="1800" dirty="0"/>
              <a:t>, button, </a:t>
            </a:r>
            <a:r>
              <a:rPr lang="en-US" sz="1800" dirty="0" err="1"/>
              <a:t>fieldset</a:t>
            </a:r>
            <a:r>
              <a:rPr lang="en-US" sz="1800" dirty="0"/>
              <a:t>, legend.</a:t>
            </a:r>
          </a:p>
          <a:p>
            <a:pPr>
              <a:lnSpc>
                <a:spcPct val="150000"/>
              </a:lnSpc>
            </a:pPr>
            <a:r>
              <a:rPr lang="en-US" sz="1800" dirty="0"/>
              <a:t>Form Attributes: method, target, action</a:t>
            </a:r>
          </a:p>
          <a:p>
            <a:pPr>
              <a:lnSpc>
                <a:spcPct val="150000"/>
              </a:lnSpc>
            </a:pPr>
            <a:endParaRPr lang="en-US" sz="1800" dirty="0"/>
          </a:p>
          <a:p>
            <a:pPr>
              <a:lnSpc>
                <a:spcPct val="150000"/>
              </a:lnSpc>
            </a:pPr>
            <a:endParaRPr lang="en-US" sz="1800" dirty="0"/>
          </a:p>
        </p:txBody>
      </p:sp>
    </p:spTree>
    <p:extLst>
      <p:ext uri="{BB962C8B-B14F-4D97-AF65-F5344CB8AC3E}">
        <p14:creationId xmlns:p14="http://schemas.microsoft.com/office/powerpoint/2010/main" val="320776301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" name="Google Shape;205;p38"/>
          <p:cNvSpPr txBox="1"/>
          <p:nvPr/>
        </p:nvSpPr>
        <p:spPr>
          <a:xfrm>
            <a:off x="446900" y="1775700"/>
            <a:ext cx="4381200" cy="84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177800" lvl="0" indent="-17780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4800" b="1">
                <a:solidFill>
                  <a:srgbClr val="FFFFFF"/>
                </a:solidFill>
              </a:rPr>
              <a:t>Q &amp; </a:t>
            </a:r>
            <a:r>
              <a:rPr lang="en-GB" sz="4800" b="1">
                <a:solidFill>
                  <a:srgbClr val="F00037"/>
                </a:solidFill>
              </a:rPr>
              <a:t>A</a:t>
            </a:r>
            <a:endParaRPr sz="4800" b="1">
              <a:solidFill>
                <a:srgbClr val="F00037"/>
              </a:solidFill>
            </a:endParaRPr>
          </a:p>
        </p:txBody>
      </p:sp>
      <p:sp>
        <p:nvSpPr>
          <p:cNvPr id="206" name="Google Shape;206;p38"/>
          <p:cNvSpPr/>
          <p:nvPr/>
        </p:nvSpPr>
        <p:spPr>
          <a:xfrm>
            <a:off x="8487975" y="52575"/>
            <a:ext cx="546000" cy="41280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pic>
        <p:nvPicPr>
          <p:cNvPr id="207" name="Google Shape;207;p38"/>
          <p:cNvPicPr preferRelativeResize="0"/>
          <p:nvPr/>
        </p:nvPicPr>
        <p:blipFill rotWithShape="1">
          <a:blip r:embed="rId3">
            <a:alphaModFix/>
          </a:blip>
          <a:srcRect l="7791" t="27051" r="8061" b="27898"/>
          <a:stretch/>
        </p:blipFill>
        <p:spPr>
          <a:xfrm>
            <a:off x="6831545" y="4355125"/>
            <a:ext cx="2097280" cy="4128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8" name="Google Shape;198;p37"/>
          <p:cNvSpPr txBox="1"/>
          <p:nvPr/>
        </p:nvSpPr>
        <p:spPr>
          <a:xfrm>
            <a:off x="446900" y="1775700"/>
            <a:ext cx="4381200" cy="84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177800" lvl="0" indent="-17780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4800" b="1">
                <a:solidFill>
                  <a:srgbClr val="FFFFFF"/>
                </a:solidFill>
              </a:rPr>
              <a:t>Thank </a:t>
            </a:r>
            <a:r>
              <a:rPr lang="en-GB" sz="4800" b="1">
                <a:solidFill>
                  <a:srgbClr val="F00037"/>
                </a:solidFill>
              </a:rPr>
              <a:t>You</a:t>
            </a:r>
            <a:endParaRPr sz="4800" b="1">
              <a:solidFill>
                <a:srgbClr val="F00037"/>
              </a:solidFill>
            </a:endParaRPr>
          </a:p>
        </p:txBody>
      </p:sp>
      <p:sp>
        <p:nvSpPr>
          <p:cNvPr id="199" name="Google Shape;199;p37"/>
          <p:cNvSpPr/>
          <p:nvPr/>
        </p:nvSpPr>
        <p:spPr>
          <a:xfrm>
            <a:off x="8487975" y="52575"/>
            <a:ext cx="546000" cy="41280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pic>
        <p:nvPicPr>
          <p:cNvPr id="200" name="Google Shape;200;p37"/>
          <p:cNvPicPr preferRelativeResize="0"/>
          <p:nvPr/>
        </p:nvPicPr>
        <p:blipFill rotWithShape="1">
          <a:blip r:embed="rId3">
            <a:alphaModFix/>
          </a:blip>
          <a:srcRect l="7791" t="27051" r="8061" b="27898"/>
          <a:stretch/>
        </p:blipFill>
        <p:spPr>
          <a:xfrm>
            <a:off x="6831545" y="4355125"/>
            <a:ext cx="2097280" cy="4128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Simple Light">
  <a:themeElements>
    <a:clrScheme name="Simple Light">
      <a:dk1>
        <a:srgbClr val="CC0000"/>
      </a:dk1>
      <a:lt1>
        <a:srgbClr val="134F5C"/>
      </a:lt1>
      <a:dk2>
        <a:srgbClr val="F5FDFF"/>
      </a:dk2>
      <a:lt2>
        <a:srgbClr val="FFF1F1"/>
      </a:lt2>
      <a:accent1>
        <a:srgbClr val="FFAB40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1098</TotalTime>
  <Words>249</Words>
  <Application>Microsoft Office PowerPoint</Application>
  <PresentationFormat>On-screen Show (16:9)</PresentationFormat>
  <Paragraphs>37</Paragraphs>
  <Slides>8</Slides>
  <Notes>4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2</vt:i4>
      </vt:variant>
      <vt:variant>
        <vt:lpstr>Slide Titles</vt:lpstr>
      </vt:variant>
      <vt:variant>
        <vt:i4>8</vt:i4>
      </vt:variant>
    </vt:vector>
  </HeadingPairs>
  <TitlesOfParts>
    <vt:vector size="14" baseType="lpstr">
      <vt:lpstr>Calibri</vt:lpstr>
      <vt:lpstr>Arial</vt:lpstr>
      <vt:lpstr>Montserrat</vt:lpstr>
      <vt:lpstr>Wingdings</vt:lpstr>
      <vt:lpstr>Simple Light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cp:lastModifiedBy>urvashi singla</cp:lastModifiedBy>
  <cp:revision>76</cp:revision>
  <dcterms:modified xsi:type="dcterms:W3CDTF">2026-04-07T15:02:38Z</dcterms:modified>
</cp:coreProperties>
</file>